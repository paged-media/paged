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46FA0C-5633-03C4-5EA1-C707FDF60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81B446D-B46E-DEEF-C7EB-3D37E3E4E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5EDE1C-C26C-D84D-7474-D9BD76BBD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D7A4-BED3-6847-B546-EEA8B29550CC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BBE12B-B4F5-1FE0-E61A-89BEB2B7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27B189-DF92-D802-D8A8-803E92074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0842-968C-3A4E-8E22-2B1860B88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5574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58C49F-3BA7-E05F-5C97-843ACD17D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8C1C10-1783-B618-D299-3EADCF67F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789F43-2D46-1035-32F2-AF3D7B721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D7A4-BED3-6847-B546-EEA8B29550CC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933D26-78AA-6EBB-A0A3-034AC807A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DCBAFA-5453-80E6-6884-49FBBFE9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0842-968C-3A4E-8E22-2B1860B88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800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41B196-8C81-CD3E-B95F-87E15CB60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CBF0ED-250C-FBF3-E89B-F34B632E5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4EC03B-D275-15DA-DD7C-B71CCB7FD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D7A4-BED3-6847-B546-EEA8B29550CC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988855-1E0A-9E48-EC09-414DB33B9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3EF252-BE36-970E-3317-5018A80F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0842-968C-3A4E-8E22-2B1860B88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7051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AD2F6A-80FE-7E81-6C23-93741205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5367BF-229F-7AC8-C3DF-25CA298F31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2F8E3E9-9AEB-02AE-5FA9-AB8E20B41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414593-FD23-A6DE-470B-DB5B2C09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D7A4-BED3-6847-B546-EEA8B29550CC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AAD325-6344-0179-1EE3-5848CF804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EED0BA9-D593-F257-87E7-CA66DCD0A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0842-968C-3A4E-8E22-2B1860B88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801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F171EB-941A-EFB2-BAA8-C02BE3C38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41E1E3-DDB8-6E72-C1DC-A4325779A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0760130-51C1-E8A8-EF9B-13076615A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9F76BD9-5650-F5D4-FB7E-945506DE7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3167486-2E78-751E-CAF6-893A1CAB11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301DD62-2550-3FEC-F49F-AB0221AD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D7A4-BED3-6847-B546-EEA8B29550CC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825F488-1186-84E6-8E14-80D0F3297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D907F2E-35CC-4206-8ADA-DBC63EE74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0842-968C-3A4E-8E22-2B1860B88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4171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7A5406-9F32-C1F1-D44E-8D734649F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6B736DA-66A4-40B2-5D5A-C845C8B81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D7A4-BED3-6847-B546-EEA8B29550CC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88674D-5A63-5970-DD9C-3FA0C6C4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E533BC4-71B3-DB77-2CA4-2FDA6ED9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0842-968C-3A4E-8E22-2B1860B88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5206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FA65479-E5F0-6771-AC07-EC80B00AF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D7A4-BED3-6847-B546-EEA8B29550CC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FFF98E1-4145-0541-8CB3-BC0AE782B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D4CF7B-915D-B217-DB26-AE34783D3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0842-968C-3A4E-8E22-2B1860B88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7558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2242BB-7186-19BA-CB51-FB8900D1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B0DBC2-1990-5669-47FE-864183D7E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721B473-D12D-CDE6-354C-72F5413B4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906C3C-367C-DCB0-A1FB-4757BC6AF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D7A4-BED3-6847-B546-EEA8B29550CC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5EE93E8-499C-CAA6-9303-AAA3A7FF8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A33DBC-688F-0335-8617-819F8E825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0842-968C-3A4E-8E22-2B1860B88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2836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BDE4FC-160D-7AF6-CF8B-483301E55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8379A42-987C-8667-68E6-148CFC0D7E8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6241782-8336-5D23-2713-65900A280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658F7C5-6FD3-8B91-1B99-F7101FF57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D7A4-BED3-6847-B546-EEA8B29550CC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B5E1DD-1C57-7148-AEF9-E34B7943C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2757AF-26FD-72C3-B164-1ABC0DAA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0842-968C-3A4E-8E22-2B1860B88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EC5A97-CAC2-743B-A535-6CFCAD140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49ECF4A-C166-4D4E-15C4-90CFF2308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EC2D44-A639-48A7-F257-179FFEABB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D7A4-BED3-6847-B546-EEA8B29550CC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494222-FDB4-094D-811E-CF3CE2A7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25C14C-305F-3A1A-2F70-E4E204FE5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0842-968C-3A4E-8E22-2B1860B88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771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C24C99B-FCDA-7B68-998A-3727CABB31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1119072-96F5-9B8E-3B69-6A7E93D00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DB5C11-8AE8-8A71-46D8-18F327DFA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6D7A4-BED3-6847-B546-EEA8B29550CC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55BDED-795B-DC7F-6F20-7CE393ED3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FA85F3-1B57-92ED-FA62-BA169AFC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90842-968C-3A4E-8E22-2B1860B88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0372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EDF5593-0319-9996-24BA-D53963CDE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A32C73-7697-CA43-159F-3F99DF982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9AC4C5-9B6A-B5B2-9AEB-9230143BA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C6D7A4-BED3-6847-B546-EEA8B29550CC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50319F-B23A-7B55-5970-ABAACC4E50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F4DA39-CD92-8B63-CDDB-9D80DE199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B90842-968C-3A4E-8E22-2B1860B882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743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outer shadow"/>
          <p:cNvSpPr/>
          <p:nvPr/>
        </p:nvSpPr>
        <p:spPr>
          <a:xfrm>
            <a:off x="508000" y="762000"/>
            <a:ext cx="2540000" cy="1524000"/>
          </a:xfrm>
          <a:prstGeom prst="rect">
            <a:avLst/>
          </a:prstGeom>
          <a:solidFill>
            <a:srgbClr val="4472C4"/>
          </a:solidFill>
          <a:effectLst>
            <a:outerShdw blurRad="76200" dist="38100" dir="2700000" algn="t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r>
              <a:rPr lang="en-US"/>
              <a:t>outer shadow</a:t>
            </a:r>
          </a:p>
        </p:txBody>
      </p:sp>
      <p:sp>
        <p:nvSpPr>
          <p:cNvPr id="101" name="inner shadow"/>
          <p:cNvSpPr/>
          <p:nvPr/>
        </p:nvSpPr>
        <p:spPr>
          <a:xfrm>
            <a:off x="4318000" y="762000"/>
            <a:ext cx="2540000" cy="1524000"/>
          </a:xfrm>
          <a:prstGeom prst="rect">
            <a:avLst/>
          </a:prstGeom>
          <a:solidFill>
            <a:srgbClr val="4472C4"/>
          </a:solidFill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/>
          <a:lstStyle/>
          <a:p>
            <a:r>
              <a:rPr lang="en-US"/>
              <a:t>inner shadow</a:t>
            </a:r>
          </a:p>
        </p:txBody>
      </p:sp>
      <p:sp>
        <p:nvSpPr>
          <p:cNvPr id="102" name="glow"/>
          <p:cNvSpPr/>
          <p:nvPr/>
        </p:nvSpPr>
        <p:spPr>
          <a:xfrm>
            <a:off x="8128000" y="762000"/>
            <a:ext cx="2540000" cy="1524000"/>
          </a:xfrm>
          <a:prstGeom prst="rect">
            <a:avLst/>
          </a:prstGeom>
          <a:solidFill>
            <a:srgbClr val="4472C4"/>
          </a:solidFill>
          <a:effectLst>
            <a:glow rad="101600">
              <a:srgbClr val="FFC000">
                <a:alpha val="60000"/>
              </a:srgbClr>
            </a:glow>
          </a:effectLst>
        </p:spPr>
        <p:txBody>
          <a:bodyPr/>
          <a:lstStyle/>
          <a:p>
            <a:r>
              <a:rPr lang="en-US"/>
              <a:t>glow</a:t>
            </a:r>
          </a:p>
        </p:txBody>
      </p:sp>
      <p:sp>
        <p:nvSpPr>
          <p:cNvPr id="103" name="soft edge"/>
          <p:cNvSpPr/>
          <p:nvPr/>
        </p:nvSpPr>
        <p:spPr>
          <a:xfrm>
            <a:off x="508000" y="3556000"/>
            <a:ext cx="2540000" cy="1524000"/>
          </a:xfrm>
          <a:prstGeom prst="rect">
            <a:avLst/>
          </a:prstGeom>
          <a:solidFill>
            <a:srgbClr val="4472C4"/>
          </a:solidFill>
          <a:effectLst>
            <a:softEdge rad="63500"/>
          </a:effectLst>
        </p:spPr>
        <p:txBody>
          <a:bodyPr/>
          <a:lstStyle/>
          <a:p>
            <a:r>
              <a:rPr lang="en-US"/>
              <a:t>soft edge</a:t>
            </a:r>
          </a:p>
        </p:txBody>
      </p:sp>
      <p:sp>
        <p:nvSpPr>
          <p:cNvPr id="104" name="reflection"/>
          <p:cNvSpPr/>
          <p:nvPr/>
        </p:nvSpPr>
        <p:spPr>
          <a:xfrm>
            <a:off x="4318000" y="3556000"/>
            <a:ext cx="2540000" cy="1524000"/>
          </a:xfrm>
          <a:prstGeom prst="rect">
            <a:avLst/>
          </a:prstGeom>
          <a:solidFill>
            <a:srgbClr val="4472C4"/>
          </a:solidFill>
          <a:effectLst>
            <a:reflection blurRad="6350" stA="52000" endA="300" endPos="35000" dir="5400000" sy="-100000" algn="bl" rotWithShape="0"/>
          </a:effectLst>
        </p:spPr>
        <p:txBody>
          <a:bodyPr/>
          <a:lstStyle/>
          <a:p>
            <a:r>
              <a:rPr lang="en-US"/>
              <a:t>reflection</a:t>
            </a:r>
          </a:p>
        </p:txBody>
      </p:sp>
      <p:sp>
        <p:nvSpPr>
          <p:cNvPr id="105" name="preset shadow"/>
          <p:cNvSpPr/>
          <p:nvPr/>
        </p:nvSpPr>
        <p:spPr>
          <a:xfrm>
            <a:off x="8128000" y="3556000"/>
            <a:ext cx="2540000" cy="1524000"/>
          </a:xfrm>
          <a:prstGeom prst="rect">
            <a:avLst/>
          </a:prstGeom>
          <a:solidFill>
            <a:srgbClr val="4472C4"/>
          </a:solidFill>
          <a:effectLst>
            <a:prstShdw prst="shdw17" dist="38100" dir="2700000">
              <a:srgbClr val="808080"/>
            </a:prstShdw>
          </a:effectLst>
        </p:spPr>
        <p:txBody>
          <a:bodyPr/>
          <a:lstStyle/>
          <a:p>
            <a:r>
              <a:rPr lang="en-US"/>
              <a:t>preset shadow</a:t>
            </a:r>
          </a:p>
        </p:txBody>
      </p:sp>
    </p:spTree>
    <p:extLst>
      <p:ext uri="{BB962C8B-B14F-4D97-AF65-F5344CB8AC3E}">
        <p14:creationId xmlns:p14="http://schemas.microsoft.com/office/powerpoint/2010/main" val="2475780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alpha gradient"/>
          <p:cNvSpPr/>
          <p:nvPr/>
        </p:nvSpPr>
        <p:spPr>
          <a:xfrm>
            <a:off x="508000" y="762000"/>
            <a:ext cx="2540000" cy="1524000"/>
          </a:xfrm>
          <a:prstGeom prst="rect">
            <a:avLst/>
          </a:prstGeom>
          <a:gradFill rotWithShape="1">
            <a:gsLst>
              <a:gs pos="0">
                <a:srgbClr val="C00000"/>
              </a:gs>
              <a:gs pos="100000">
                <a:srgbClr val="C00000">
                  <a:alpha val="10000"/>
                </a:srgbClr>
              </a:gs>
            </a:gsLst>
            <a:lin ang="0" scaled="0"/>
          </a:gradFill>
        </p:spPr>
        <p:txBody>
          <a:bodyPr/>
          <a:lstStyle/>
          <a:p>
            <a:r>
              <a:rPr lang="en-US"/>
              <a:t>alpha gradient</a:t>
            </a:r>
          </a:p>
        </p:txBody>
      </p:sp>
      <p:sp>
        <p:nvSpPr>
          <p:cNvPr id="107" name="radial gradient"/>
          <p:cNvSpPr/>
          <p:nvPr/>
        </p:nvSpPr>
        <p:spPr>
          <a:xfrm>
            <a:off x="4318000" y="762000"/>
            <a:ext cx="2540000" cy="1524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70AD47"/>
              </a:gs>
            </a:gsLst>
            <a:path path="circle">
              <a:fillToRect l="50000" t="50000" r="50000" b="50000"/>
            </a:path>
          </a:gradFill>
        </p:spPr>
        <p:txBody>
          <a:bodyPr/>
          <a:lstStyle/>
          <a:p>
            <a:r>
              <a:rPr lang="en-US"/>
              <a:t>radial gradient</a:t>
            </a:r>
          </a:p>
        </p:txBody>
      </p:sp>
      <p:sp>
        <p:nvSpPr>
          <p:cNvPr id="108" name="pattern"/>
          <p:cNvSpPr/>
          <p:nvPr/>
        </p:nvSpPr>
        <p:spPr>
          <a:xfrm>
            <a:off x="8128000" y="762000"/>
            <a:ext cx="2540000" cy="1524000"/>
          </a:xfrm>
          <a:prstGeom prst="rect">
            <a:avLst/>
          </a:prstGeom>
          <a:pattFill prst="pct50">
            <a:fgClr>
              <a:srgbClr val="000000"/>
            </a:fgClr>
            <a:bgClr>
              <a:srgbClr val="FFFFFF"/>
            </a:bgClr>
          </a:pattFill>
        </p:spPr>
        <p:txBody>
          <a:bodyPr/>
          <a:lstStyle/>
          <a:p>
            <a:r>
              <a:rPr lang="en-US"/>
              <a:t>pattern</a:t>
            </a:r>
          </a:p>
        </p:txBody>
      </p:sp>
      <p:sp>
        <p:nvSpPr>
          <p:cNvPr id="109" name="dash sysDash"/>
          <p:cNvSpPr/>
          <p:nvPr/>
        </p:nvSpPr>
        <p:spPr>
          <a:xfrm>
            <a:off x="508000" y="3556000"/>
            <a:ext cx="2540000" cy="1524000"/>
          </a:xfrm>
          <a:prstGeom prst="rect">
            <a:avLst/>
          </a:prstGeom>
          <a:noFill/>
          <a:ln w="38100">
            <a:solidFill>
              <a:srgbClr val="000000"/>
            </a:solidFill>
            <a:prstDash val="sysDash"/>
          </a:ln>
        </p:spPr>
        <p:txBody>
          <a:bodyPr/>
          <a:lstStyle/>
          <a:p>
            <a:r>
              <a:rPr lang="en-US"/>
              <a:t>dash sysDash</a:t>
            </a:r>
          </a:p>
        </p:txBody>
      </p:sp>
      <p:sp>
        <p:nvSpPr>
          <p:cNvPr id="110" name="dash lgDashDot"/>
          <p:cNvSpPr/>
          <p:nvPr/>
        </p:nvSpPr>
        <p:spPr>
          <a:xfrm>
            <a:off x="4318000" y="3556000"/>
            <a:ext cx="2540000" cy="1524000"/>
          </a:xfrm>
          <a:prstGeom prst="rect">
            <a:avLst/>
          </a:prstGeom>
          <a:noFill/>
          <a:ln w="38100">
            <a:solidFill>
              <a:srgbClr val="000000"/>
            </a:solidFill>
            <a:prstDash val="lgDashDot"/>
          </a:ln>
        </p:spPr>
        <p:txBody>
          <a:bodyPr/>
          <a:lstStyle/>
          <a:p>
            <a:r>
              <a:rPr lang="en-US"/>
              <a:t>dash lgDashDot</a:t>
            </a:r>
          </a:p>
        </p:txBody>
      </p:sp>
      <p:sp>
        <p:nvSpPr>
          <p:cNvPr id="111" name="dash custom"/>
          <p:cNvSpPr/>
          <p:nvPr/>
        </p:nvSpPr>
        <p:spPr>
          <a:xfrm>
            <a:off x="8128000" y="3556000"/>
            <a:ext cx="2540000" cy="1524000"/>
          </a:xfrm>
          <a:prstGeom prst="rect">
            <a:avLst/>
          </a:prstGeom>
          <a:noFill/>
          <a:ln w="38100">
            <a:solidFill>
              <a:srgbClr val="000000"/>
            </a:solidFill>
            <a:custDash>
              <a:ds d="500000" sp="200000"/>
              <a:ds d="100000" sp="200000"/>
            </a:custDash>
          </a:ln>
        </p:spPr>
        <p:txBody>
          <a:bodyPr/>
          <a:lstStyle/>
          <a:p>
            <a:r>
              <a:rPr lang="en-US"/>
              <a:t>dash custom</a:t>
            </a:r>
          </a:p>
        </p:txBody>
      </p:sp>
    </p:spTree>
    <p:extLst>
      <p:ext uri="{BB962C8B-B14F-4D97-AF65-F5344CB8AC3E}">
        <p14:creationId xmlns:p14="http://schemas.microsoft.com/office/powerpoint/2010/main" val="1316418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Macintosh PowerPoint</Application>
  <PresentationFormat>Breitbild</PresentationFormat>
  <Paragraphs>12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1</cp:revision>
  <dcterms:created xsi:type="dcterms:W3CDTF">2026-10-25T10:24:29Z</dcterms:created>
  <dcterms:modified xsi:type="dcterms:W3CDTF">2026-10-25T10:24:43Z</dcterms:modified>
</cp:coreProperties>
</file>