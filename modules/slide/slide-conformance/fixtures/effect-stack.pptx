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AC79E6-E020-32BF-23BD-DD598FCD8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1979D27-C91E-4959-D2B7-AEE467E0A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0AD586-DE30-0345-60E2-FCE0DF40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1D1852-FA4C-5427-F6E5-7803E68A6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29499E-D1B7-11A1-F26E-B4D3EE61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139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C2A926-402A-5AED-3EBF-025A24C8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04DC6-B9B7-B254-D126-437319F05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163CB8-6AD8-B88D-869F-153573B6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7A27B7-0C55-A7CE-B7FF-CD9D14197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0C64B8-D5DB-837E-7421-A1B952E8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587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72C02-18C2-C93A-9E06-AE2B8F0F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6E8B0-3927-AE96-0874-E5E93F009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DD9817-B13E-ED02-BBFC-4A4A03768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833385-599A-6103-4FA1-922F4505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EEA980-50EC-8838-9F91-690D0AFA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445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BCAE2-5292-5078-B458-AB7A3013F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1F3594-AE77-3736-4773-D83E02A7C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E74359-94E3-5E52-541E-BA6C22210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BD68B6-C6EE-1D52-9F26-D0E8344D0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51CA21-CD02-E80A-F4FC-DC0D797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7A6B7D-4DFA-AEC3-B5D3-74691653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5692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DBE125-C96D-5B19-E995-E80F727CD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7DC441-704F-F6F1-E3C5-DA6097D90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8F0975-C19B-D38E-7E40-A4C07FC14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0DBF9BE-6AAA-16EB-DA1F-A5AFD9539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BF6511-8152-7265-C9D1-6BC26B894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C397F5-59E1-6520-6A46-1E22C897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6771A9-8CF2-67B5-6BB2-08C9A8A23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2F7A433-E50B-BD88-B58D-0854FC70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6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50F34-C471-EE6A-DD9C-DD6692629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6C0FE1-0A7F-DBF9-7847-2EDE05B80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DF265C-4AED-DDE6-3120-59302BBD2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293B4A-9B17-96DD-828B-98AEE7F8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876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C74ABE3-476C-6594-E7DF-14AA00E03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D08F00-6D6D-9C8B-5597-12BAD195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2DFBDB-E7FC-647C-BF2A-1874026F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386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1F25C4-9F96-9A07-3FAC-E38F2F3A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E32C86-863E-4DDC-7CA5-E01E01FC5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17A52D-C0A6-1020-EA73-4F77661B6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F9CCC2-000A-7C9D-0EC7-76751CFE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A91452-335C-7ACC-7080-54CBBF32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0EFD27-5288-7798-5852-28355593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45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E8654-54D3-80B9-BD36-BC364BDF8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40D9362-C8F8-2A7B-8A5B-10E9EDB06E0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45E766-09E4-F37A-A9E7-BFEB53D99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DE3297-4C81-59B0-3840-CA8BCA605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8299DC-D36C-0D69-8E8F-7EF16ACF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54DD89-A04A-6365-E927-29B87F329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80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2CC49E-6BEF-91EA-549F-A5DB8750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EB78EC1-BCCC-0D76-89B1-5E32E3773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0EAF31-FA51-5D95-1FC7-A7004C4A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72CA70-19DE-1871-087A-6A1055778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4F4459-C884-8922-03E6-6573322A9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186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596B65C-E504-E206-EE64-0D55AF488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C1F0124-6AE9-EFC7-026A-21ED0CDA5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1C674C-515F-7681-B10D-454F687FB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A3D08A-C737-C5DB-8B17-51163561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A773B9-A394-9769-004A-086EB402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638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76D25E9-6234-EE74-E625-68136A60D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07C68A-DB4D-B3E5-0B1C-48EEA37E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AA1606-BB85-F652-9EF0-1DDED8DFA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CC6D2-98CF-CA4F-BB29-471FDD53E98B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EF628B-5D26-91A3-341D-2693DC2A8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078D16-FD8F-E34B-93B9-80DB05327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82FB7-B57F-184C-A835-3C197AF0AF3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545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even-odd"/>
          <p:cNvSpPr/>
          <p:nvPr/>
        </p:nvSpPr>
        <p:spPr>
          <a:xfrm>
            <a:off x="508000" y="508000"/>
            <a:ext cx="1524000" cy="152400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00"/>
                </a:lnTo>
                <a:lnTo>
                  <a:pt x="0" y="100"/>
                </a:lnTo>
                <a:close/>
                <a:moveTo>
                  <a:pt x="25" y="25"/>
                </a:moveTo>
                <a:lnTo>
                  <a:pt x="75" y="25"/>
                </a:lnTo>
                <a:lnTo>
                  <a:pt x="75" y="75"/>
                </a:lnTo>
                <a:lnTo>
                  <a:pt x="25" y="75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</p:sp>
      <p:sp>
        <p:nvSpPr>
          <p:cNvPr id="101" name="non-zero"/>
          <p:cNvSpPr/>
          <p:nvPr/>
        </p:nvSpPr>
        <p:spPr>
          <a:xfrm>
            <a:off x="3683000" y="508000"/>
            <a:ext cx="1524000" cy="152400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0"/>
                </a:moveTo>
                <a:lnTo>
                  <a:pt x="100" y="0"/>
                </a:lnTo>
                <a:lnTo>
                  <a:pt x="100" y="100"/>
                </a:lnTo>
                <a:lnTo>
                  <a:pt x="0" y="100"/>
                </a:lnTo>
                <a:close/>
                <a:moveTo>
                  <a:pt x="25" y="75"/>
                </a:moveTo>
                <a:lnTo>
                  <a:pt x="75" y="75"/>
                </a:lnTo>
                <a:lnTo>
                  <a:pt x="75" y="25"/>
                </a:lnTo>
                <a:lnTo>
                  <a:pt x="25" y="25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</p:sp>
      <p:sp>
        <p:nvSpPr>
          <p:cNvPr id="102" name="blur"/>
          <p:cNvSpPr/>
          <p:nvPr/>
        </p:nvSpPr>
        <p:spPr>
          <a:xfrm>
            <a:off x="6858000" y="508000"/>
            <a:ext cx="1524000" cy="152400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blur rad="127000"/>
          </a:effectLst>
        </p:spPr>
      </p:sp>
      <p:sp>
        <p:nvSpPr>
          <p:cNvPr id="103" name="multiply overlay"/>
          <p:cNvSpPr/>
          <p:nvPr/>
        </p:nvSpPr>
        <p:spPr>
          <a:xfrm>
            <a:off x="508000" y="3302000"/>
            <a:ext cx="1524000" cy="1524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fillOverlay blend="mult">
              <a:solidFill>
                <a:srgbClr val="FF0000"/>
              </a:solidFill>
            </a:fillOverlay>
          </a:effectLst>
        </p:spPr>
      </p:sp>
      <p:sp>
        <p:nvSpPr>
          <p:cNvPr id="104" name="gradient overlay"/>
          <p:cNvSpPr/>
          <p:nvPr/>
        </p:nvSpPr>
        <p:spPr>
          <a:xfrm>
            <a:off x="3683000" y="3302000"/>
            <a:ext cx="1524000" cy="152400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fillOverlay blend="over">
              <a:gradFill>
                <a:gsLst>
                  <a:gs pos="0">
                    <a:srgbClr val="FFFFFF"/>
                  </a:gs>
                  <a:gs pos="100000">
                    <a:srgbClr val="000000"/>
                  </a:gs>
                </a:gsLst>
                <a:lin ang="0" scaled="0"/>
              </a:gradFill>
            </a:fillOverlay>
          </a:effectLst>
        </p:spPr>
      </p:sp>
      <p:sp>
        <p:nvSpPr>
          <p:cNvPr id="105" name="reflection"/>
          <p:cNvSpPr/>
          <p:nvPr/>
        </p:nvSpPr>
        <p:spPr>
          <a:xfrm>
            <a:off x="6858000" y="3302000"/>
            <a:ext cx="1524000" cy="152400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reflection blurRad="6350" stA="52000" endA="300" endPos="35000" dist="38100" dir="5400000" sy="-100000" algn="bl" rotWithShape="0"/>
          </a:effectLst>
        </p:spPr>
      </p:sp>
    </p:spTree>
    <p:extLst>
      <p:ext uri="{BB962C8B-B14F-4D97-AF65-F5344CB8AC3E}">
        <p14:creationId xmlns:p14="http://schemas.microsoft.com/office/powerpoint/2010/main" val="294895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2026-10-30T06:13:29Z</dcterms:created>
  <dcterms:modified xsi:type="dcterms:W3CDTF">2026-10-30T06:13:31Z</dcterms:modified>
</cp:coreProperties>
</file>