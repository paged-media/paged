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07025-3F6A-748B-0B32-C057ED87A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ED9FAC9-4853-A818-72EA-F4D6105B7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62CF66-CBA5-D370-6E7B-7B6B0DC6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14A077-DAFA-7CA0-A64D-073DA53F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365061-B193-C066-2EE4-1A116DB6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636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FCB6B-CB18-F1CA-0C49-AD027806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DAA187-C452-E9F7-B914-DD496BC82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1E598C-A112-552C-9187-FF220D9B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96D0CE-819A-0707-6E5F-B965DFE7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21E54D-1E25-312B-5B88-6D44402A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4121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A281A2-0262-C90B-EC2C-598CAC54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6A37EF-9E51-C734-5C52-E7D32A9DF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DC5969-0B25-FAC5-8C45-BBCB827D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304F9E-EF08-3743-9BF0-B7FB93F0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8895FD-98B5-7C1A-C9B4-F7AA963D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73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1130A-A0BD-E70D-4839-17E4D380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5FB559-CBD2-398D-81DA-6C587E602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7CCAC4-E128-549B-62CD-6C3DA5A8D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4D62F3-A23A-089E-4BEA-D69026AB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2369F4-BA69-5C00-294C-5D55BBEA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60BA7C-FFCE-3AB2-F014-022C2F76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65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7B82D4-DF94-AFF4-836D-7836AB40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2C3AF8-4212-8165-408B-38F90F94D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85B2DF-309B-9A4A-1026-0AE8F567A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7BF05D-39F2-C672-4462-64E689420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F13CF0C-5EA1-C841-0D5A-5D9D516D8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F6FD8B-3518-086C-2771-A67334E3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C4C0714-ADBD-1CC5-85DF-F85C854D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3D14D31-A619-983F-289F-CDBF4127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932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66F9E-92CE-9367-45DA-F9D22ECE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AE0AC3-3C46-1E13-D475-629D2229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FE8AE2-FD7D-8510-603F-4DA93E73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64E73D-2188-7DA5-733E-EF4CFBF6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03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614ECAF-2ED5-B341-2BBE-3474B9FC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23D110-7489-1787-9867-55A87C68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785C10-67AD-7B89-5405-6C079772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42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3CF41D-DF29-5C43-329E-08604C33A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CC1A6A-0341-2C76-DFDA-0690CB6E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F15054-A40A-BF57-0125-D0C192B71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B385AD-4DD6-075C-11CC-2D395B96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6BF0C8-10A3-4829-B693-06FAA4F5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A8C0D5-6B5E-55C1-E2DC-C405D77E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98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D45A46-875A-112C-D7B8-1B1E73AA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81A698-333A-99D8-07B5-BB827AD1C58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FAE449-73BC-FB45-48BC-C9FD93CB7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0ACD7A-17DF-314F-36BA-140509B3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2E840D-DA9F-D7D0-55AC-FD40E8BE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A11A66-2E7E-9158-C2B6-9D719EB2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27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BB4512-99BF-A936-5E4C-DFC6EEFE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6BFF9E-CBA8-16A5-5E57-7EB56EC4B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DA7346-463B-2FF1-6466-2F5EE609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88941A-108C-0C61-BCCB-59A45752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A7622D-0785-83A3-7BB9-A3A4B631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21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3C00174-91B2-A21F-0658-FF3CA8B8B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0E7B056-AF34-8E93-EF80-6B033040F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C2F40-898E-3FA7-FFF3-E11567B8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B2FED2-AB22-362F-BA6E-E4C52D07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938452-2C34-2C55-EA84-80F9F57AD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61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8A6EDE1-83CF-F2DB-CDF1-93BDCFAE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021A23-96A2-3692-05E0-3895C57EE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6093C5-E38C-D47C-888B-131AE3859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D7A75-96FD-E642-A1CF-9F827BD1E1C4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233C08-6585-B33D-AE27-E1B682210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CBC636-DCAC-13B0-7D53-6E10E43B8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5FB57-B44D-9A47-8A38-0D6C05F7A5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71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50" end="5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17145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7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4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one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8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2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2026-10-30T11:02:28Z</dcterms:created>
  <dcterms:modified xsi:type="dcterms:W3CDTF">2026-10-30T11:02:36Z</dcterms:modified>
</cp:coreProperties>
</file>