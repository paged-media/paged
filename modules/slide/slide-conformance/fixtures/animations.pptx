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E8E18E-C990-C57F-0AE0-A8BA3812F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09B2DB-14AF-832A-68BC-FA83263D7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DED16E-1276-2561-0912-2FFB809A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0FD937-68A7-FF90-D2A7-2B7225055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7EC8A3-B877-7EA8-843B-1C65DD7A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107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3E913-B903-AF48-43E4-9F32C341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792058-0148-FA4B-53B2-B816097C7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8269F4-126D-C4BC-D606-D0506DF7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14A513-793A-2B15-5CAA-4FDC38DD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4C7038-B33A-70D1-7FBB-1827E356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69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BCD6EE-D4F0-503A-B6C0-AB7DDF4C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91C0D4-A2D1-37FD-F096-CA873A014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E26951-CC26-8EAC-22DD-9AC58806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2C7A30-2637-BEE7-6AEB-C5518FB43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348A13-6B4B-CF6C-CD1A-7D07FBFB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65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FAE36F-C6CA-B2DB-25C1-55A5710F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2B1D48-4D59-1CDD-091A-BC31165DA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E76C48-A711-5B0F-C1AE-A964ECB4A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2EBE5C-E959-ADC2-7851-DDDC4207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71028F-B514-8027-2563-7B73378C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BB9904-2857-A674-F957-02DBF8E7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182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10C44F-3352-215C-729F-04F1C5954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CF8312-0746-85E9-AD4D-7728BC443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93975E-69B1-B48B-7F48-2558BC007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C47A5D-3CFF-B285-9CF0-34A5F1EF5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87D35AB-77B1-AF9B-A69B-95B54C63DE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F941B8A-0328-D6CF-4EF2-61F70025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1FA6E22-383C-E549-8346-B4B89250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DDD91CC-7E6A-25D9-9CA2-40B80F85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48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895D31-0A4C-9DDF-776F-C8C358B9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67AD0A-4A7A-93D7-C7AE-1A80A007F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066ABE1-093C-8345-03B9-52D87B8E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AE7B10-4FAE-FCBA-B2CF-AB838420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798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EB70C1-F182-77E3-B1D2-99B7CEC8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10F46C-9DD8-819A-CB5D-C611C8932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A0D053-8F11-F94B-5599-63EB875D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646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4D703-704C-DA57-EBD3-E4514A462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370307-C832-FA2C-96CE-7F5576908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4ED33E-65AD-0BB5-3C87-5B2A5D2A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69AF55-A7F6-CE09-77F8-2C4D9DB9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E54763-0572-ADE2-6709-4956F09A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F0AEB0-830F-D27C-CDD2-7F8E8766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944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05AB2-CB25-BFA2-C6C9-70FCF6259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5D2D025-1919-5848-6A07-337856BDCEF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DC68FC-408C-D544-1D80-BB603110D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9F1D91-25AE-6DD3-1BAF-C059F368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28C080-C882-BAC1-3CA1-E68B5577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01FACA-21FF-33BD-6932-56DE7EF2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332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7FFA2C-5652-2E7E-71CD-57A41E4F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93882C0-D275-9E7F-F9F3-CE1DB23F6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D1C37E-2493-EE0B-357A-575B7BD7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E90256-F932-3279-29A0-8081015D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2958F9-DE8F-50A8-A288-E759F68E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7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058B4BD-A654-5DD3-7787-CBA139BCC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9D80BC-6362-0CEE-E0B8-4B324B371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26384E-BBED-C38D-9227-FE839359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5021E9-6BDA-3101-50CD-2FB67B7F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E92D1-F05E-2194-9776-B920B25D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736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96F471F-CD22-39BE-8146-4E12FC5F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E46DA6-2137-F44B-7489-A57FBFED5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771DD4-7698-4AC7-5078-79C86509A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8DB6C-8082-3B42-A1D4-C7C1AE7494AD}" type="datetimeFigureOut">
              <a:rPr lang="de-DE" smtClean="0"/>
              <a:t>28.10.26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C5E066-8A4F-15DA-B3EC-FA0350DE6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BB1C3F-8D7E-A711-AD39-8C209D4ED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2ABE3-E546-494A-91B6-1D0D864EA3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73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ar||entr">
            <a:extLst>
              <a:ext uri="{FF2B5EF4-FFF2-40B4-BE49-F238E27FC236}">
                <a16:creationId xmlns:a16="http://schemas.microsoft.com/office/drawing/2014/main" id="{547CDA9C-865D-E1BD-C24B-73F500567D2A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appear||entr</a:t>
            </a:r>
          </a:p>
        </p:txBody>
      </p:sp>
      <p:sp>
        <p:nvSpPr>
          <p:cNvPr id="4" name="appear||exit">
            <a:extLst>
              <a:ext uri="{FF2B5EF4-FFF2-40B4-BE49-F238E27FC236}">
                <a16:creationId xmlns:a16="http://schemas.microsoft.com/office/drawing/2014/main" id="{B8569F80-B01A-6F6F-9D15-7F640F84E1D0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appear||exit</a:t>
            </a:r>
          </a:p>
        </p:txBody>
      </p:sp>
      <p:sp>
        <p:nvSpPr>
          <p:cNvPr id="5" name="fly||entr">
            <a:extLst>
              <a:ext uri="{FF2B5EF4-FFF2-40B4-BE49-F238E27FC236}">
                <a16:creationId xmlns:a16="http://schemas.microsoft.com/office/drawing/2014/main" id="{C629CAA1-B37A-51B9-375B-ED3AF9B635CC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fly||entr</a:t>
            </a:r>
          </a:p>
        </p:txBody>
      </p:sp>
      <p:sp>
        <p:nvSpPr>
          <p:cNvPr id="7" name="fly|up|entr">
            <a:extLst>
              <a:ext uri="{FF2B5EF4-FFF2-40B4-BE49-F238E27FC236}">
                <a16:creationId xmlns:a16="http://schemas.microsoft.com/office/drawing/2014/main" id="{10AAB538-35CE-CA32-DAEF-7A192F5B80EE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fly|up|entr</a:t>
            </a:r>
          </a:p>
        </p:txBody>
      </p:sp>
      <p:sp>
        <p:nvSpPr>
          <p:cNvPr id="8" name="fly|right|entr">
            <a:extLst>
              <a:ext uri="{FF2B5EF4-FFF2-40B4-BE49-F238E27FC236}">
                <a16:creationId xmlns:a16="http://schemas.microsoft.com/office/drawing/2014/main" id="{E6BB00CC-6CA3-AC95-3F7A-C9E3E30086F8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fly|right|entr</a:t>
            </a:r>
          </a:p>
        </p:txBody>
      </p:sp>
      <p:sp>
        <p:nvSpPr>
          <p:cNvPr id="9" name="fly|left|entr">
            <a:extLst>
              <a:ext uri="{FF2B5EF4-FFF2-40B4-BE49-F238E27FC236}">
                <a16:creationId xmlns:a16="http://schemas.microsoft.com/office/drawing/2014/main" id="{2388CCED-3FCB-3475-E036-E58179E41816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fly|left|entr</a:t>
            </a:r>
          </a:p>
        </p:txBody>
      </p:sp>
      <p:sp>
        <p:nvSpPr>
          <p:cNvPr id="10" name="fly|up left|entr">
            <a:extLst>
              <a:ext uri="{FF2B5EF4-FFF2-40B4-BE49-F238E27FC236}">
                <a16:creationId xmlns:a16="http://schemas.microsoft.com/office/drawing/2014/main" id="{72F0BD6A-6D1D-C1C9-3594-73340899CA1E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fly|up left|entr</a:t>
            </a:r>
          </a:p>
        </p:txBody>
      </p:sp>
      <p:sp>
        <p:nvSpPr>
          <p:cNvPr id="11" name="fly|up right|entr">
            <a:extLst>
              <a:ext uri="{FF2B5EF4-FFF2-40B4-BE49-F238E27FC236}">
                <a16:creationId xmlns:a16="http://schemas.microsoft.com/office/drawing/2014/main" id="{C0FA42A9-EAA2-D564-42A6-95B03C7BC749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fly|up right|entr</a:t>
            </a:r>
          </a:p>
        </p:txBody>
      </p:sp>
      <p:sp>
        <p:nvSpPr>
          <p:cNvPr id="12" name="fly|down right|entr">
            <a:extLst>
              <a:ext uri="{FF2B5EF4-FFF2-40B4-BE49-F238E27FC236}">
                <a16:creationId xmlns:a16="http://schemas.microsoft.com/office/drawing/2014/main" id="{763C0066-B0C7-B6D9-6FD1-6EE811E2AF58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fly|down right|entr</a:t>
            </a:r>
          </a:p>
        </p:txBody>
      </p:sp>
      <p:sp>
        <p:nvSpPr>
          <p:cNvPr id="13" name="fly|down left|entr">
            <a:extLst>
              <a:ext uri="{FF2B5EF4-FFF2-40B4-BE49-F238E27FC236}">
                <a16:creationId xmlns:a16="http://schemas.microsoft.com/office/drawing/2014/main" id="{BDACDF6C-7834-8544-BE57-EC3666D58AF2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fly|down left|entr</a:t>
            </a:r>
          </a:p>
        </p:txBody>
      </p:sp>
      <p:sp>
        <p:nvSpPr>
          <p:cNvPr id="14" name="fly||exit">
            <a:extLst>
              <a:ext uri="{FF2B5EF4-FFF2-40B4-BE49-F238E27FC236}">
                <a16:creationId xmlns:a16="http://schemas.microsoft.com/office/drawing/2014/main" id="{9522688E-C201-8734-2588-1ED9C41174A8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fly||exit</a:t>
            </a:r>
          </a:p>
        </p:txBody>
      </p:sp>
      <p:sp>
        <p:nvSpPr>
          <p:cNvPr id="15" name="fly|up|exit">
            <a:extLst>
              <a:ext uri="{FF2B5EF4-FFF2-40B4-BE49-F238E27FC236}">
                <a16:creationId xmlns:a16="http://schemas.microsoft.com/office/drawing/2014/main" id="{9B5E9715-0BCB-006F-0C37-0981492BE24B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fly|up|exit</a:t>
            </a:r>
          </a:p>
        </p:txBody>
      </p:sp>
      <p:sp>
        <p:nvSpPr>
          <p:cNvPr id="16" name="fly|right|exit">
            <a:extLst>
              <a:ext uri="{FF2B5EF4-FFF2-40B4-BE49-F238E27FC236}">
                <a16:creationId xmlns:a16="http://schemas.microsoft.com/office/drawing/2014/main" id="{CF8107CA-F20D-2AD2-423B-B7C09FC1AA52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fly|right|exit</a:t>
            </a:r>
          </a:p>
        </p:txBody>
      </p:sp>
      <p:sp>
        <p:nvSpPr>
          <p:cNvPr id="17" name="fly|left|exit">
            <a:extLst>
              <a:ext uri="{FF2B5EF4-FFF2-40B4-BE49-F238E27FC236}">
                <a16:creationId xmlns:a16="http://schemas.microsoft.com/office/drawing/2014/main" id="{C242111F-C40F-506D-C694-4023375505C5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fly|left|exit</a:t>
            </a:r>
          </a:p>
        </p:txBody>
      </p:sp>
      <p:sp>
        <p:nvSpPr>
          <p:cNvPr id="18" name="fly|up left|exit">
            <a:extLst>
              <a:ext uri="{FF2B5EF4-FFF2-40B4-BE49-F238E27FC236}">
                <a16:creationId xmlns:a16="http://schemas.microsoft.com/office/drawing/2014/main" id="{99BCCB58-16EE-157E-9A9D-188C68FFCFC4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fly|up left|exit</a:t>
            </a:r>
          </a:p>
        </p:txBody>
      </p:sp>
      <p:sp>
        <p:nvSpPr>
          <p:cNvPr id="19" name="fly|up right|exit">
            <a:extLst>
              <a:ext uri="{FF2B5EF4-FFF2-40B4-BE49-F238E27FC236}">
                <a16:creationId xmlns:a16="http://schemas.microsoft.com/office/drawing/2014/main" id="{6441C124-E827-247B-A9D4-CFC92159BB6E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fly|up right|exit</a:t>
            </a:r>
          </a:p>
        </p:txBody>
      </p:sp>
      <p:sp>
        <p:nvSpPr>
          <p:cNvPr id="20" name="fly|down right|exit">
            <a:extLst>
              <a:ext uri="{FF2B5EF4-FFF2-40B4-BE49-F238E27FC236}">
                <a16:creationId xmlns:a16="http://schemas.microsoft.com/office/drawing/2014/main" id="{FE7DFB38-BC86-1323-72B8-703AF7706669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fly|down right|exit</a:t>
            </a:r>
          </a:p>
        </p:txBody>
      </p:sp>
      <p:sp>
        <p:nvSpPr>
          <p:cNvPr id="21" name="fly|down left|exit">
            <a:extLst>
              <a:ext uri="{FF2B5EF4-FFF2-40B4-BE49-F238E27FC236}">
                <a16:creationId xmlns:a16="http://schemas.microsoft.com/office/drawing/2014/main" id="{67ECB87D-5931-AE39-F06E-720472166E84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fly|down left|exit</a:t>
            </a:r>
          </a:p>
        </p:txBody>
      </p:sp>
      <p:sp>
        <p:nvSpPr>
          <p:cNvPr id="22" name="blinds||entr">
            <a:extLst>
              <a:ext uri="{FF2B5EF4-FFF2-40B4-BE49-F238E27FC236}">
                <a16:creationId xmlns:a16="http://schemas.microsoft.com/office/drawing/2014/main" id="{0C229344-F7AD-FFE6-1F04-4D1C1786A206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blinds||entr</a:t>
            </a:r>
          </a:p>
        </p:txBody>
      </p:sp>
      <p:sp>
        <p:nvSpPr>
          <p:cNvPr id="24" name="blinds||exit">
            <a:extLst>
              <a:ext uri="{FF2B5EF4-FFF2-40B4-BE49-F238E27FC236}">
                <a16:creationId xmlns:a16="http://schemas.microsoft.com/office/drawing/2014/main" id="{0840263B-37FD-5162-ACB6-E49CB2B2F5A2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blinds||exit</a:t>
            </a:r>
          </a:p>
        </p:txBody>
      </p:sp>
      <p:sp>
        <p:nvSpPr>
          <p:cNvPr id="25" name="box||entr">
            <a:extLst>
              <a:ext uri="{FF2B5EF4-FFF2-40B4-BE49-F238E27FC236}">
                <a16:creationId xmlns:a16="http://schemas.microsoft.com/office/drawing/2014/main" id="{FF23406C-F0A0-4A12-04DE-F03C3453FB49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box||entr</a:t>
            </a:r>
          </a:p>
        </p:txBody>
      </p:sp>
      <p:sp>
        <p:nvSpPr>
          <p:cNvPr id="27" name="box|up|entr">
            <a:extLst>
              <a:ext uri="{FF2B5EF4-FFF2-40B4-BE49-F238E27FC236}">
                <a16:creationId xmlns:a16="http://schemas.microsoft.com/office/drawing/2014/main" id="{A283C33F-3AAD-7BE3-082F-97CF5B3E9D18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box|up|entr</a:t>
            </a:r>
          </a:p>
        </p:txBody>
      </p:sp>
      <p:sp>
        <p:nvSpPr>
          <p:cNvPr id="28" name="box|right|entr">
            <a:extLst>
              <a:ext uri="{FF2B5EF4-FFF2-40B4-BE49-F238E27FC236}">
                <a16:creationId xmlns:a16="http://schemas.microsoft.com/office/drawing/2014/main" id="{130FF14F-9272-CEA4-1A19-FF43FE38C3C8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box|right|entr</a:t>
            </a:r>
          </a:p>
        </p:txBody>
      </p:sp>
      <p:sp>
        <p:nvSpPr>
          <p:cNvPr id="29" name="box|down|entr">
            <a:extLst>
              <a:ext uri="{FF2B5EF4-FFF2-40B4-BE49-F238E27FC236}">
                <a16:creationId xmlns:a16="http://schemas.microsoft.com/office/drawing/2014/main" id="{554C4020-8114-AA7C-AB1F-9AC36CDD245D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box|down|entr</a:t>
            </a:r>
          </a:p>
        </p:txBody>
      </p:sp>
      <p:sp>
        <p:nvSpPr>
          <p:cNvPr id="30" name="box|left|entr">
            <a:extLst>
              <a:ext uri="{FF2B5EF4-FFF2-40B4-BE49-F238E27FC236}">
                <a16:creationId xmlns:a16="http://schemas.microsoft.com/office/drawing/2014/main" id="{20D5E0A0-17E7-4D8D-7235-DF88F4A05E9D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box|left|entr</a:t>
            </a:r>
          </a:p>
        </p:txBody>
      </p:sp>
      <p:sp>
        <p:nvSpPr>
          <p:cNvPr id="31" name="box|up left|entr">
            <a:extLst>
              <a:ext uri="{FF2B5EF4-FFF2-40B4-BE49-F238E27FC236}">
                <a16:creationId xmlns:a16="http://schemas.microsoft.com/office/drawing/2014/main" id="{4BE817AB-991E-F2F4-B5EC-CEF855E78B6B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box|up left|entr</a:t>
            </a:r>
          </a:p>
        </p:txBody>
      </p:sp>
      <p:sp>
        <p:nvSpPr>
          <p:cNvPr id="32" name="box|up right|entr">
            <a:extLst>
              <a:ext uri="{FF2B5EF4-FFF2-40B4-BE49-F238E27FC236}">
                <a16:creationId xmlns:a16="http://schemas.microsoft.com/office/drawing/2014/main" id="{D4C5258F-A7F9-2013-2C05-C0B820F65668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box|up right|entr</a:t>
            </a:r>
          </a:p>
        </p:txBody>
      </p:sp>
      <p:sp>
        <p:nvSpPr>
          <p:cNvPr id="33" name="box|down right|entr">
            <a:extLst>
              <a:ext uri="{FF2B5EF4-FFF2-40B4-BE49-F238E27FC236}">
                <a16:creationId xmlns:a16="http://schemas.microsoft.com/office/drawing/2014/main" id="{5143F1DA-3958-2148-A1BA-A489D5F42E09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box|down right|entr</a:t>
            </a:r>
          </a:p>
        </p:txBody>
      </p:sp>
      <p:sp>
        <p:nvSpPr>
          <p:cNvPr id="34" name="box|down left|entr">
            <a:extLst>
              <a:ext uri="{FF2B5EF4-FFF2-40B4-BE49-F238E27FC236}">
                <a16:creationId xmlns:a16="http://schemas.microsoft.com/office/drawing/2014/main" id="{80C9CFAE-5DBE-81A0-1461-711ADC70CC12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box|down left|entr</a:t>
            </a:r>
          </a:p>
        </p:txBody>
      </p:sp>
      <p:sp>
        <p:nvSpPr>
          <p:cNvPr id="35" name="box|out|entr">
            <a:extLst>
              <a:ext uri="{FF2B5EF4-FFF2-40B4-BE49-F238E27FC236}">
                <a16:creationId xmlns:a16="http://schemas.microsoft.com/office/drawing/2014/main" id="{E8299F82-8A16-36CA-56AF-D9E3934AE12A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box|out|entr</a:t>
            </a:r>
          </a:p>
        </p:txBody>
      </p:sp>
      <p:sp>
        <p:nvSpPr>
          <p:cNvPr id="36" name="box|clockwise|entr">
            <a:extLst>
              <a:ext uri="{FF2B5EF4-FFF2-40B4-BE49-F238E27FC236}">
                <a16:creationId xmlns:a16="http://schemas.microsoft.com/office/drawing/2014/main" id="{F75489C6-F332-5A35-C749-965B66AF1BF4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box|clockwise|entr</a:t>
            </a:r>
          </a:p>
        </p:txBody>
      </p:sp>
      <p:sp>
        <p:nvSpPr>
          <p:cNvPr id="37" name="box|counterclockwise|entr">
            <a:extLst>
              <a:ext uri="{FF2B5EF4-FFF2-40B4-BE49-F238E27FC236}">
                <a16:creationId xmlns:a16="http://schemas.microsoft.com/office/drawing/2014/main" id="{F3F5F30F-D896-E3D1-23EF-67C0F8D7DFF2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box|counterclockwise|entr</a:t>
            </a:r>
          </a:p>
        </p:txBody>
      </p:sp>
      <p:sp>
        <p:nvSpPr>
          <p:cNvPr id="38" name="box|horizontal in|entr">
            <a:extLst>
              <a:ext uri="{FF2B5EF4-FFF2-40B4-BE49-F238E27FC236}">
                <a16:creationId xmlns:a16="http://schemas.microsoft.com/office/drawing/2014/main" id="{FD9B3444-AC81-A924-A109-5A361524A8FC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box|horizontal in|entr</a:t>
            </a:r>
          </a:p>
        </p:txBody>
      </p:sp>
      <p:sp>
        <p:nvSpPr>
          <p:cNvPr id="39" name="box|horizontal out|entr">
            <a:extLst>
              <a:ext uri="{FF2B5EF4-FFF2-40B4-BE49-F238E27FC236}">
                <a16:creationId xmlns:a16="http://schemas.microsoft.com/office/drawing/2014/main" id="{AC1B3C5D-3AEC-7543-4AD0-2EB67163AE95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box|horizontal out|entr</a:t>
            </a:r>
          </a:p>
        </p:txBody>
      </p:sp>
      <p:sp>
        <p:nvSpPr>
          <p:cNvPr id="40" name="box|vertical in|entr">
            <a:extLst>
              <a:ext uri="{FF2B5EF4-FFF2-40B4-BE49-F238E27FC236}">
                <a16:creationId xmlns:a16="http://schemas.microsoft.com/office/drawing/2014/main" id="{A7C3807C-634C-DDF9-D3DA-59BA24ADF1A6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box|vertical in|entr</a:t>
            </a:r>
          </a:p>
        </p:txBody>
      </p:sp>
      <p:sp>
        <p:nvSpPr>
          <p:cNvPr id="41" name="box|vertical out|entr">
            <a:extLst>
              <a:ext uri="{FF2B5EF4-FFF2-40B4-BE49-F238E27FC236}">
                <a16:creationId xmlns:a16="http://schemas.microsoft.com/office/drawing/2014/main" id="{C10C326F-7C19-43C0-7348-3ADBE03BE74E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box|vertical out|entr</a:t>
            </a:r>
          </a:p>
        </p:txBody>
      </p:sp>
      <p:sp>
        <p:nvSpPr>
          <p:cNvPr id="42" name="box|center|entr">
            <a:extLst>
              <a:ext uri="{FF2B5EF4-FFF2-40B4-BE49-F238E27FC236}">
                <a16:creationId xmlns:a16="http://schemas.microsoft.com/office/drawing/2014/main" id="{B4D1A447-349A-FBC4-F9D2-6213993CEB83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box|center|entr</a:t>
            </a:r>
          </a:p>
        </p:txBody>
      </p:sp>
      <p:sp>
        <p:nvSpPr>
          <p:cNvPr id="43" name="box|slightly|entr">
            <a:extLst>
              <a:ext uri="{FF2B5EF4-FFF2-40B4-BE49-F238E27FC236}">
                <a16:creationId xmlns:a16="http://schemas.microsoft.com/office/drawing/2014/main" id="{654F7A8B-B3A1-4CC6-86E4-2799AC0D59B5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box|slightly|entr</a:t>
            </a:r>
          </a:p>
        </p:txBody>
      </p:sp>
      <p:sp>
        <p:nvSpPr>
          <p:cNvPr id="44" name="box|in slightly|entr">
            <a:extLst>
              <a:ext uri="{FF2B5EF4-FFF2-40B4-BE49-F238E27FC236}">
                <a16:creationId xmlns:a16="http://schemas.microsoft.com/office/drawing/2014/main" id="{C9B7761C-077B-27E6-22F7-4C08815A0FEC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box|in slightly|entr</a:t>
            </a:r>
          </a:p>
        </p:txBody>
      </p:sp>
      <p:sp>
        <p:nvSpPr>
          <p:cNvPr id="45" name="box|in center|entr">
            <a:extLst>
              <a:ext uri="{FF2B5EF4-FFF2-40B4-BE49-F238E27FC236}">
                <a16:creationId xmlns:a16="http://schemas.microsoft.com/office/drawing/2014/main" id="{97B6BFC1-59A2-F319-EE08-8DC763534944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box|in center|entr</a:t>
            </a:r>
          </a:p>
        </p:txBody>
      </p:sp>
    </p:spTree>
    <p:extLst>
      <p:ext uri="{BB962C8B-B14F-4D97-AF65-F5344CB8AC3E}">
        <p14:creationId xmlns:p14="http://schemas.microsoft.com/office/powerpoint/2010/main" val="299049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" presetClass="entr" presetSubtype="6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" presetClass="entr" presetSubtype="1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6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1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" presetClass="entr" presetSubtype="5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" presetClass="entr" presetSubtype="25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4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6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|in bottom|entr">
            <a:extLst>
              <a:ext uri="{FF2B5EF4-FFF2-40B4-BE49-F238E27FC236}">
                <a16:creationId xmlns:a16="http://schemas.microsoft.com/office/drawing/2014/main" id="{FA3473EA-0D26-05C6-04EE-DD476A9E4B42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box|in bottom|entr</a:t>
            </a:r>
          </a:p>
        </p:txBody>
      </p:sp>
      <p:sp>
        <p:nvSpPr>
          <p:cNvPr id="3" name="box|out slightly|entr">
            <a:extLst>
              <a:ext uri="{FF2B5EF4-FFF2-40B4-BE49-F238E27FC236}">
                <a16:creationId xmlns:a16="http://schemas.microsoft.com/office/drawing/2014/main" id="{DE183CDC-FC9B-3CB8-006F-DF6BC0234A2F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box|out slightly|entr</a:t>
            </a:r>
          </a:p>
        </p:txBody>
      </p:sp>
      <p:sp>
        <p:nvSpPr>
          <p:cNvPr id="4" name="box|out center|entr">
            <a:extLst>
              <a:ext uri="{FF2B5EF4-FFF2-40B4-BE49-F238E27FC236}">
                <a16:creationId xmlns:a16="http://schemas.microsoft.com/office/drawing/2014/main" id="{3B328632-DF77-F400-31A1-1CC2B9F341E9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box|out center|entr</a:t>
            </a:r>
          </a:p>
        </p:txBody>
      </p:sp>
      <p:sp>
        <p:nvSpPr>
          <p:cNvPr id="5" name="box|out bottom|entr">
            <a:extLst>
              <a:ext uri="{FF2B5EF4-FFF2-40B4-BE49-F238E27FC236}">
                <a16:creationId xmlns:a16="http://schemas.microsoft.com/office/drawing/2014/main" id="{47937A4B-3DA1-0454-C902-3903274A1799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box|out bottom|entr</a:t>
            </a:r>
          </a:p>
        </p:txBody>
      </p:sp>
      <p:sp>
        <p:nvSpPr>
          <p:cNvPr id="6" name="box||exit">
            <a:extLst>
              <a:ext uri="{FF2B5EF4-FFF2-40B4-BE49-F238E27FC236}">
                <a16:creationId xmlns:a16="http://schemas.microsoft.com/office/drawing/2014/main" id="{C7DBC5B1-818D-DE45-162E-E332BCE898D3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box||exit</a:t>
            </a:r>
          </a:p>
        </p:txBody>
      </p:sp>
      <p:sp>
        <p:nvSpPr>
          <p:cNvPr id="7" name="box|up|exit">
            <a:extLst>
              <a:ext uri="{FF2B5EF4-FFF2-40B4-BE49-F238E27FC236}">
                <a16:creationId xmlns:a16="http://schemas.microsoft.com/office/drawing/2014/main" id="{19C557F7-8786-32CB-6EE4-9B1AE259B9BA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box|up|exit</a:t>
            </a:r>
          </a:p>
        </p:txBody>
      </p:sp>
      <p:sp>
        <p:nvSpPr>
          <p:cNvPr id="8" name="box|right|exit">
            <a:extLst>
              <a:ext uri="{FF2B5EF4-FFF2-40B4-BE49-F238E27FC236}">
                <a16:creationId xmlns:a16="http://schemas.microsoft.com/office/drawing/2014/main" id="{1D9FCFC8-E0E4-79AC-1EA5-C3CC1C9DA991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box|right|exit</a:t>
            </a:r>
          </a:p>
        </p:txBody>
      </p:sp>
      <p:sp>
        <p:nvSpPr>
          <p:cNvPr id="9" name="box|down|exit">
            <a:extLst>
              <a:ext uri="{FF2B5EF4-FFF2-40B4-BE49-F238E27FC236}">
                <a16:creationId xmlns:a16="http://schemas.microsoft.com/office/drawing/2014/main" id="{1AA2B1B2-7246-E906-BF35-8D6FB3066F04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box|down|exit</a:t>
            </a:r>
          </a:p>
        </p:txBody>
      </p:sp>
      <p:sp>
        <p:nvSpPr>
          <p:cNvPr id="10" name="box|left|exit">
            <a:extLst>
              <a:ext uri="{FF2B5EF4-FFF2-40B4-BE49-F238E27FC236}">
                <a16:creationId xmlns:a16="http://schemas.microsoft.com/office/drawing/2014/main" id="{D6EA66FC-0D1A-33C4-7EA2-4CD672960A99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box|left|exit</a:t>
            </a:r>
          </a:p>
        </p:txBody>
      </p:sp>
      <p:sp>
        <p:nvSpPr>
          <p:cNvPr id="11" name="box|up left|exit">
            <a:extLst>
              <a:ext uri="{FF2B5EF4-FFF2-40B4-BE49-F238E27FC236}">
                <a16:creationId xmlns:a16="http://schemas.microsoft.com/office/drawing/2014/main" id="{E4D0574F-0BAF-F22F-88C6-E55966882F49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box|up left|exit</a:t>
            </a:r>
          </a:p>
        </p:txBody>
      </p:sp>
      <p:sp>
        <p:nvSpPr>
          <p:cNvPr id="12" name="box|up right|exit">
            <a:extLst>
              <a:ext uri="{FF2B5EF4-FFF2-40B4-BE49-F238E27FC236}">
                <a16:creationId xmlns:a16="http://schemas.microsoft.com/office/drawing/2014/main" id="{6906ED2B-088D-315D-7CDD-F57F09B432D8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box|up right|exit</a:t>
            </a:r>
          </a:p>
        </p:txBody>
      </p:sp>
      <p:sp>
        <p:nvSpPr>
          <p:cNvPr id="13" name="box|down right|exit">
            <a:extLst>
              <a:ext uri="{FF2B5EF4-FFF2-40B4-BE49-F238E27FC236}">
                <a16:creationId xmlns:a16="http://schemas.microsoft.com/office/drawing/2014/main" id="{B66E096A-182D-24D4-6197-6FAE293BDBDD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box|down right|exit</a:t>
            </a:r>
          </a:p>
        </p:txBody>
      </p:sp>
      <p:sp>
        <p:nvSpPr>
          <p:cNvPr id="14" name="box|down left|exit">
            <a:extLst>
              <a:ext uri="{FF2B5EF4-FFF2-40B4-BE49-F238E27FC236}">
                <a16:creationId xmlns:a16="http://schemas.microsoft.com/office/drawing/2014/main" id="{24962529-5CA8-A32F-AE99-3B9EC37B86BA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box|down left|exit</a:t>
            </a:r>
          </a:p>
        </p:txBody>
      </p:sp>
      <p:sp>
        <p:nvSpPr>
          <p:cNvPr id="15" name="box|out|exit">
            <a:extLst>
              <a:ext uri="{FF2B5EF4-FFF2-40B4-BE49-F238E27FC236}">
                <a16:creationId xmlns:a16="http://schemas.microsoft.com/office/drawing/2014/main" id="{C1FA2EF4-42FA-F87A-D3BC-204BC2ADAEFA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box|out|exit</a:t>
            </a:r>
          </a:p>
        </p:txBody>
      </p:sp>
      <p:sp>
        <p:nvSpPr>
          <p:cNvPr id="16" name="box|clockwise|exit">
            <a:extLst>
              <a:ext uri="{FF2B5EF4-FFF2-40B4-BE49-F238E27FC236}">
                <a16:creationId xmlns:a16="http://schemas.microsoft.com/office/drawing/2014/main" id="{CE375E71-578B-0015-FD50-4043A66D466B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box|clockwise|exit</a:t>
            </a:r>
          </a:p>
        </p:txBody>
      </p:sp>
      <p:sp>
        <p:nvSpPr>
          <p:cNvPr id="17" name="box|counterclockwise|exit">
            <a:extLst>
              <a:ext uri="{FF2B5EF4-FFF2-40B4-BE49-F238E27FC236}">
                <a16:creationId xmlns:a16="http://schemas.microsoft.com/office/drawing/2014/main" id="{4349F58D-9EF2-BC22-5BCC-D813B9F8031C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box|counterclockwise|exit</a:t>
            </a:r>
          </a:p>
        </p:txBody>
      </p:sp>
      <p:sp>
        <p:nvSpPr>
          <p:cNvPr id="18" name="box|horizontal in|exit">
            <a:extLst>
              <a:ext uri="{FF2B5EF4-FFF2-40B4-BE49-F238E27FC236}">
                <a16:creationId xmlns:a16="http://schemas.microsoft.com/office/drawing/2014/main" id="{43683236-C4F5-0B63-0E6B-D23BAD744A49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box|horizontal in|exit</a:t>
            </a:r>
          </a:p>
        </p:txBody>
      </p:sp>
      <p:sp>
        <p:nvSpPr>
          <p:cNvPr id="19" name="box|horizontal out|exit">
            <a:extLst>
              <a:ext uri="{FF2B5EF4-FFF2-40B4-BE49-F238E27FC236}">
                <a16:creationId xmlns:a16="http://schemas.microsoft.com/office/drawing/2014/main" id="{76F66DED-5578-5FE9-4BB7-68B75D7A7303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box|horizontal out|exit</a:t>
            </a:r>
          </a:p>
        </p:txBody>
      </p:sp>
      <p:sp>
        <p:nvSpPr>
          <p:cNvPr id="20" name="box|vertical in|exit">
            <a:extLst>
              <a:ext uri="{FF2B5EF4-FFF2-40B4-BE49-F238E27FC236}">
                <a16:creationId xmlns:a16="http://schemas.microsoft.com/office/drawing/2014/main" id="{FDD7DFB8-550B-0B60-0D99-BEA827EDB558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box|vertical in|exit</a:t>
            </a:r>
          </a:p>
        </p:txBody>
      </p:sp>
      <p:sp>
        <p:nvSpPr>
          <p:cNvPr id="21" name="box|vertical out|exit">
            <a:extLst>
              <a:ext uri="{FF2B5EF4-FFF2-40B4-BE49-F238E27FC236}">
                <a16:creationId xmlns:a16="http://schemas.microsoft.com/office/drawing/2014/main" id="{A90C5FE5-1400-21E3-FD69-D5C8A8C7233B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box|vertical out|exit</a:t>
            </a:r>
          </a:p>
        </p:txBody>
      </p:sp>
      <p:sp>
        <p:nvSpPr>
          <p:cNvPr id="22" name="box|center|exit">
            <a:extLst>
              <a:ext uri="{FF2B5EF4-FFF2-40B4-BE49-F238E27FC236}">
                <a16:creationId xmlns:a16="http://schemas.microsoft.com/office/drawing/2014/main" id="{D71DA6AE-9528-EC9B-945E-88AAF9F19285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box|center|exit</a:t>
            </a:r>
          </a:p>
        </p:txBody>
      </p:sp>
      <p:sp>
        <p:nvSpPr>
          <p:cNvPr id="23" name="box|slightly|exit">
            <a:extLst>
              <a:ext uri="{FF2B5EF4-FFF2-40B4-BE49-F238E27FC236}">
                <a16:creationId xmlns:a16="http://schemas.microsoft.com/office/drawing/2014/main" id="{69A34316-28B1-E497-D476-E1AFAF31E272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box|slightly|exit</a:t>
            </a:r>
          </a:p>
        </p:txBody>
      </p:sp>
      <p:sp>
        <p:nvSpPr>
          <p:cNvPr id="24" name="box|in slightly|exit">
            <a:extLst>
              <a:ext uri="{FF2B5EF4-FFF2-40B4-BE49-F238E27FC236}">
                <a16:creationId xmlns:a16="http://schemas.microsoft.com/office/drawing/2014/main" id="{9336DB7D-8A89-DAE4-2EB9-FD4F83844E20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box|in slightly|exit</a:t>
            </a:r>
          </a:p>
        </p:txBody>
      </p:sp>
      <p:sp>
        <p:nvSpPr>
          <p:cNvPr id="25" name="box|in center|exit">
            <a:extLst>
              <a:ext uri="{FF2B5EF4-FFF2-40B4-BE49-F238E27FC236}">
                <a16:creationId xmlns:a16="http://schemas.microsoft.com/office/drawing/2014/main" id="{27505F71-6211-5618-725F-0586315F5BC7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box|in center|exit</a:t>
            </a:r>
          </a:p>
        </p:txBody>
      </p:sp>
      <p:sp>
        <p:nvSpPr>
          <p:cNvPr id="26" name="box|in bottom|exit">
            <a:extLst>
              <a:ext uri="{FF2B5EF4-FFF2-40B4-BE49-F238E27FC236}">
                <a16:creationId xmlns:a16="http://schemas.microsoft.com/office/drawing/2014/main" id="{FC1B99F3-53A3-FC23-6C18-5FD6CF1A4F18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box|in bottom|exit</a:t>
            </a:r>
          </a:p>
        </p:txBody>
      </p:sp>
      <p:sp>
        <p:nvSpPr>
          <p:cNvPr id="27" name="box|out slightly|exit">
            <a:extLst>
              <a:ext uri="{FF2B5EF4-FFF2-40B4-BE49-F238E27FC236}">
                <a16:creationId xmlns:a16="http://schemas.microsoft.com/office/drawing/2014/main" id="{10436D87-D37D-35E6-9348-39E49C947D22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box|out slightly|exit</a:t>
            </a:r>
          </a:p>
        </p:txBody>
      </p:sp>
      <p:sp>
        <p:nvSpPr>
          <p:cNvPr id="28" name="box|out center|exit">
            <a:extLst>
              <a:ext uri="{FF2B5EF4-FFF2-40B4-BE49-F238E27FC236}">
                <a16:creationId xmlns:a16="http://schemas.microsoft.com/office/drawing/2014/main" id="{65E9343F-CD2D-4D99-41E8-73E807FD6405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box|out center|exit</a:t>
            </a:r>
          </a:p>
        </p:txBody>
      </p:sp>
      <p:sp>
        <p:nvSpPr>
          <p:cNvPr id="29" name="box|out bottom|exit">
            <a:extLst>
              <a:ext uri="{FF2B5EF4-FFF2-40B4-BE49-F238E27FC236}">
                <a16:creationId xmlns:a16="http://schemas.microsoft.com/office/drawing/2014/main" id="{C21FB0DA-EAE0-2644-55D5-C205E09B8C7D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box|out bottom|exit</a:t>
            </a:r>
          </a:p>
        </p:txBody>
      </p:sp>
      <p:sp>
        <p:nvSpPr>
          <p:cNvPr id="30" name="checkerboard||entr">
            <a:extLst>
              <a:ext uri="{FF2B5EF4-FFF2-40B4-BE49-F238E27FC236}">
                <a16:creationId xmlns:a16="http://schemas.microsoft.com/office/drawing/2014/main" id="{DB69C99E-7EAE-E615-1B71-B6063F43BB08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checkerboard||entr</a:t>
            </a:r>
          </a:p>
        </p:txBody>
      </p:sp>
      <p:sp>
        <p:nvSpPr>
          <p:cNvPr id="32" name="checkerboard||exit">
            <a:extLst>
              <a:ext uri="{FF2B5EF4-FFF2-40B4-BE49-F238E27FC236}">
                <a16:creationId xmlns:a16="http://schemas.microsoft.com/office/drawing/2014/main" id="{54E54621-553F-8C12-F235-42F07B19F11E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checkerboard||exit</a:t>
            </a:r>
          </a:p>
        </p:txBody>
      </p:sp>
      <p:sp>
        <p:nvSpPr>
          <p:cNvPr id="33" name="circle||entr">
            <a:extLst>
              <a:ext uri="{FF2B5EF4-FFF2-40B4-BE49-F238E27FC236}">
                <a16:creationId xmlns:a16="http://schemas.microsoft.com/office/drawing/2014/main" id="{7F14EAB4-7D59-E848-9468-5EF98FD25A39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circle||entr</a:t>
            </a:r>
          </a:p>
        </p:txBody>
      </p:sp>
      <p:sp>
        <p:nvSpPr>
          <p:cNvPr id="35" name="circle|up|entr">
            <a:extLst>
              <a:ext uri="{FF2B5EF4-FFF2-40B4-BE49-F238E27FC236}">
                <a16:creationId xmlns:a16="http://schemas.microsoft.com/office/drawing/2014/main" id="{E0A6195E-E523-B994-C15C-8DD53297ED4D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circle|up|entr</a:t>
            </a:r>
          </a:p>
        </p:txBody>
      </p:sp>
      <p:sp>
        <p:nvSpPr>
          <p:cNvPr id="36" name="circle|right|entr">
            <a:extLst>
              <a:ext uri="{FF2B5EF4-FFF2-40B4-BE49-F238E27FC236}">
                <a16:creationId xmlns:a16="http://schemas.microsoft.com/office/drawing/2014/main" id="{547B0856-698F-2F1D-65AA-0FB25EFA27F1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circle|right|entr</a:t>
            </a:r>
          </a:p>
        </p:txBody>
      </p:sp>
      <p:sp>
        <p:nvSpPr>
          <p:cNvPr id="37" name="circle|down|entr">
            <a:extLst>
              <a:ext uri="{FF2B5EF4-FFF2-40B4-BE49-F238E27FC236}">
                <a16:creationId xmlns:a16="http://schemas.microsoft.com/office/drawing/2014/main" id="{3A7F7105-5C63-E434-DAC2-D12218DE3A8D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circle|down|entr</a:t>
            </a:r>
          </a:p>
        </p:txBody>
      </p:sp>
      <p:sp>
        <p:nvSpPr>
          <p:cNvPr id="38" name="circle|left|entr">
            <a:extLst>
              <a:ext uri="{FF2B5EF4-FFF2-40B4-BE49-F238E27FC236}">
                <a16:creationId xmlns:a16="http://schemas.microsoft.com/office/drawing/2014/main" id="{0104E2A7-763B-29CD-D97F-790A06A64393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circle|left|entr</a:t>
            </a:r>
          </a:p>
        </p:txBody>
      </p:sp>
      <p:sp>
        <p:nvSpPr>
          <p:cNvPr id="39" name="circle|up left|entr">
            <a:extLst>
              <a:ext uri="{FF2B5EF4-FFF2-40B4-BE49-F238E27FC236}">
                <a16:creationId xmlns:a16="http://schemas.microsoft.com/office/drawing/2014/main" id="{76173B1A-37A6-E63D-3E91-E114F9F99682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circle|up left|entr</a:t>
            </a:r>
          </a:p>
        </p:txBody>
      </p:sp>
      <p:sp>
        <p:nvSpPr>
          <p:cNvPr id="40" name="circle|up right|entr">
            <a:extLst>
              <a:ext uri="{FF2B5EF4-FFF2-40B4-BE49-F238E27FC236}">
                <a16:creationId xmlns:a16="http://schemas.microsoft.com/office/drawing/2014/main" id="{ADFC3337-6464-7CAB-6CD5-1856EE013D3A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circle|up right|entr</a:t>
            </a:r>
          </a:p>
        </p:txBody>
      </p:sp>
      <p:sp>
        <p:nvSpPr>
          <p:cNvPr id="41" name="circle|down right|entr">
            <a:extLst>
              <a:ext uri="{FF2B5EF4-FFF2-40B4-BE49-F238E27FC236}">
                <a16:creationId xmlns:a16="http://schemas.microsoft.com/office/drawing/2014/main" id="{28D54A02-4FD9-071E-9933-5251C43C5044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circle|down right|entr</a:t>
            </a:r>
          </a:p>
        </p:txBody>
      </p:sp>
      <p:sp>
        <p:nvSpPr>
          <p:cNvPr id="42" name="circle|down left|entr">
            <a:extLst>
              <a:ext uri="{FF2B5EF4-FFF2-40B4-BE49-F238E27FC236}">
                <a16:creationId xmlns:a16="http://schemas.microsoft.com/office/drawing/2014/main" id="{2D2CD50F-BF19-D3AF-4F99-B05E45527401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circle|down left|entr</a:t>
            </a:r>
          </a:p>
        </p:txBody>
      </p:sp>
      <p:sp>
        <p:nvSpPr>
          <p:cNvPr id="43" name="circle|out|entr">
            <a:extLst>
              <a:ext uri="{FF2B5EF4-FFF2-40B4-BE49-F238E27FC236}">
                <a16:creationId xmlns:a16="http://schemas.microsoft.com/office/drawing/2014/main" id="{365F62F9-7FCD-143D-EDC2-5F573915AC3E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circle|out|entr</a:t>
            </a:r>
          </a:p>
        </p:txBody>
      </p:sp>
    </p:spTree>
    <p:extLst>
      <p:ext uri="{BB962C8B-B14F-4D97-AF65-F5344CB8AC3E}">
        <p14:creationId xmlns:p14="http://schemas.microsoft.com/office/powerpoint/2010/main" val="265503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3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4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4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5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5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7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xit" presetSubtype="6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7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xit" presetSubtype="1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8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xit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8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xit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9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9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0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xit" presetSubtype="5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0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xit" presetSubtype="25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xit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xit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xit" presetSubtype="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2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" presetClass="exit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3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" presetClass="exit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3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xit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4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6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6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6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6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6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6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6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|clockwise|entr">
            <a:extLst>
              <a:ext uri="{FF2B5EF4-FFF2-40B4-BE49-F238E27FC236}">
                <a16:creationId xmlns:a16="http://schemas.microsoft.com/office/drawing/2014/main" id="{A5424079-E4B7-B30D-4252-F9918C0BD363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circle|clockwise|entr</a:t>
            </a:r>
          </a:p>
        </p:txBody>
      </p:sp>
      <p:sp>
        <p:nvSpPr>
          <p:cNvPr id="3" name="circle|counterclockwise|entr">
            <a:extLst>
              <a:ext uri="{FF2B5EF4-FFF2-40B4-BE49-F238E27FC236}">
                <a16:creationId xmlns:a16="http://schemas.microsoft.com/office/drawing/2014/main" id="{8D9B9BD2-6C5C-A862-4723-AD2A5030E801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circle|counterclockwise|entr</a:t>
            </a:r>
          </a:p>
        </p:txBody>
      </p:sp>
      <p:sp>
        <p:nvSpPr>
          <p:cNvPr id="4" name="circle|horizontal in|entr">
            <a:extLst>
              <a:ext uri="{FF2B5EF4-FFF2-40B4-BE49-F238E27FC236}">
                <a16:creationId xmlns:a16="http://schemas.microsoft.com/office/drawing/2014/main" id="{CCE9139F-7138-C244-303C-B08A4ACE7796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circle|horizontal in|entr</a:t>
            </a:r>
          </a:p>
        </p:txBody>
      </p:sp>
      <p:sp>
        <p:nvSpPr>
          <p:cNvPr id="5" name="circle|horizontal out|entr">
            <a:extLst>
              <a:ext uri="{FF2B5EF4-FFF2-40B4-BE49-F238E27FC236}">
                <a16:creationId xmlns:a16="http://schemas.microsoft.com/office/drawing/2014/main" id="{8059820B-AE1A-56E5-6E89-48BBF2697A1D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circle|horizontal out|entr</a:t>
            </a:r>
          </a:p>
        </p:txBody>
      </p:sp>
      <p:sp>
        <p:nvSpPr>
          <p:cNvPr id="6" name="circle|vertical in|entr">
            <a:extLst>
              <a:ext uri="{FF2B5EF4-FFF2-40B4-BE49-F238E27FC236}">
                <a16:creationId xmlns:a16="http://schemas.microsoft.com/office/drawing/2014/main" id="{9F572EE8-3645-34A1-E4D9-2AC29DA0F80F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circle|vertical in|entr</a:t>
            </a:r>
          </a:p>
        </p:txBody>
      </p:sp>
      <p:sp>
        <p:nvSpPr>
          <p:cNvPr id="7" name="circle|vertical out|entr">
            <a:extLst>
              <a:ext uri="{FF2B5EF4-FFF2-40B4-BE49-F238E27FC236}">
                <a16:creationId xmlns:a16="http://schemas.microsoft.com/office/drawing/2014/main" id="{DBC8DA40-2F30-A5DB-147B-6B0BD4F3B664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circle|vertical out|entr</a:t>
            </a:r>
          </a:p>
        </p:txBody>
      </p:sp>
      <p:sp>
        <p:nvSpPr>
          <p:cNvPr id="8" name="circle|center|entr">
            <a:extLst>
              <a:ext uri="{FF2B5EF4-FFF2-40B4-BE49-F238E27FC236}">
                <a16:creationId xmlns:a16="http://schemas.microsoft.com/office/drawing/2014/main" id="{EB7E86B5-5655-22E3-8EDF-DA0A4959FF8E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circle|center|entr</a:t>
            </a:r>
          </a:p>
        </p:txBody>
      </p:sp>
      <p:sp>
        <p:nvSpPr>
          <p:cNvPr id="9" name="circle|slightly|entr">
            <a:extLst>
              <a:ext uri="{FF2B5EF4-FFF2-40B4-BE49-F238E27FC236}">
                <a16:creationId xmlns:a16="http://schemas.microsoft.com/office/drawing/2014/main" id="{BC4B56F9-83B8-5153-BCE4-556738DF2796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circle|slightly|entr</a:t>
            </a:r>
          </a:p>
        </p:txBody>
      </p:sp>
      <p:sp>
        <p:nvSpPr>
          <p:cNvPr id="10" name="circle|in slightly|entr">
            <a:extLst>
              <a:ext uri="{FF2B5EF4-FFF2-40B4-BE49-F238E27FC236}">
                <a16:creationId xmlns:a16="http://schemas.microsoft.com/office/drawing/2014/main" id="{08F482B2-83C9-FAF7-0DB6-4384E193EEA2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circle|in slightly|entr</a:t>
            </a:r>
          </a:p>
        </p:txBody>
      </p:sp>
      <p:sp>
        <p:nvSpPr>
          <p:cNvPr id="11" name="circle|in center|entr">
            <a:extLst>
              <a:ext uri="{FF2B5EF4-FFF2-40B4-BE49-F238E27FC236}">
                <a16:creationId xmlns:a16="http://schemas.microsoft.com/office/drawing/2014/main" id="{73CE4C6A-11BC-3503-6FF3-2D50EA5D4E4F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circle|in center|entr</a:t>
            </a:r>
          </a:p>
        </p:txBody>
      </p:sp>
      <p:sp>
        <p:nvSpPr>
          <p:cNvPr id="12" name="circle|in bottom|entr">
            <a:extLst>
              <a:ext uri="{FF2B5EF4-FFF2-40B4-BE49-F238E27FC236}">
                <a16:creationId xmlns:a16="http://schemas.microsoft.com/office/drawing/2014/main" id="{D6FC3B0F-75AE-E37F-354C-08DF2BA764E9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circle|in bottom|entr</a:t>
            </a:r>
          </a:p>
        </p:txBody>
      </p:sp>
      <p:sp>
        <p:nvSpPr>
          <p:cNvPr id="13" name="circle|out slightly|entr">
            <a:extLst>
              <a:ext uri="{FF2B5EF4-FFF2-40B4-BE49-F238E27FC236}">
                <a16:creationId xmlns:a16="http://schemas.microsoft.com/office/drawing/2014/main" id="{7D098A2A-8881-835C-AFE6-1781579A093B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circle|out slightly|entr</a:t>
            </a:r>
          </a:p>
        </p:txBody>
      </p:sp>
      <p:sp>
        <p:nvSpPr>
          <p:cNvPr id="14" name="circle|out center|entr">
            <a:extLst>
              <a:ext uri="{FF2B5EF4-FFF2-40B4-BE49-F238E27FC236}">
                <a16:creationId xmlns:a16="http://schemas.microsoft.com/office/drawing/2014/main" id="{5CB31C10-AF57-341C-9CA5-29E2AC6184B7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circle|out center|entr</a:t>
            </a:r>
          </a:p>
        </p:txBody>
      </p:sp>
      <p:sp>
        <p:nvSpPr>
          <p:cNvPr id="15" name="circle|out bottom|entr">
            <a:extLst>
              <a:ext uri="{FF2B5EF4-FFF2-40B4-BE49-F238E27FC236}">
                <a16:creationId xmlns:a16="http://schemas.microsoft.com/office/drawing/2014/main" id="{F941A877-A069-2789-0F0C-7EE540287B92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circle|out bottom|entr</a:t>
            </a:r>
          </a:p>
        </p:txBody>
      </p:sp>
      <p:sp>
        <p:nvSpPr>
          <p:cNvPr id="16" name="circle||exit">
            <a:extLst>
              <a:ext uri="{FF2B5EF4-FFF2-40B4-BE49-F238E27FC236}">
                <a16:creationId xmlns:a16="http://schemas.microsoft.com/office/drawing/2014/main" id="{ED9F2EB4-970B-735F-453E-869850373E59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circle||exit</a:t>
            </a:r>
          </a:p>
        </p:txBody>
      </p:sp>
      <p:sp>
        <p:nvSpPr>
          <p:cNvPr id="17" name="circle|up|exit">
            <a:extLst>
              <a:ext uri="{FF2B5EF4-FFF2-40B4-BE49-F238E27FC236}">
                <a16:creationId xmlns:a16="http://schemas.microsoft.com/office/drawing/2014/main" id="{C0C2B856-E9B6-05C0-B44B-41C77D031749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circle|up|exit</a:t>
            </a:r>
          </a:p>
        </p:txBody>
      </p:sp>
      <p:sp>
        <p:nvSpPr>
          <p:cNvPr id="18" name="circle|right|exit">
            <a:extLst>
              <a:ext uri="{FF2B5EF4-FFF2-40B4-BE49-F238E27FC236}">
                <a16:creationId xmlns:a16="http://schemas.microsoft.com/office/drawing/2014/main" id="{B584BD21-3599-E874-C110-6699944F07A5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circle|right|exit</a:t>
            </a:r>
          </a:p>
        </p:txBody>
      </p:sp>
      <p:sp>
        <p:nvSpPr>
          <p:cNvPr id="19" name="circle|down|exit">
            <a:extLst>
              <a:ext uri="{FF2B5EF4-FFF2-40B4-BE49-F238E27FC236}">
                <a16:creationId xmlns:a16="http://schemas.microsoft.com/office/drawing/2014/main" id="{B2B06B0A-2E7E-5C45-179D-7ACA5544BD67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circle|down|exit</a:t>
            </a:r>
          </a:p>
        </p:txBody>
      </p:sp>
      <p:sp>
        <p:nvSpPr>
          <p:cNvPr id="20" name="circle|left|exit">
            <a:extLst>
              <a:ext uri="{FF2B5EF4-FFF2-40B4-BE49-F238E27FC236}">
                <a16:creationId xmlns:a16="http://schemas.microsoft.com/office/drawing/2014/main" id="{56881D83-4CCE-66C7-3949-0366B70F16DF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circle|left|exit</a:t>
            </a:r>
          </a:p>
        </p:txBody>
      </p:sp>
      <p:sp>
        <p:nvSpPr>
          <p:cNvPr id="21" name="circle|up left|exit">
            <a:extLst>
              <a:ext uri="{FF2B5EF4-FFF2-40B4-BE49-F238E27FC236}">
                <a16:creationId xmlns:a16="http://schemas.microsoft.com/office/drawing/2014/main" id="{0AAC0692-37A0-B257-70FD-ADC47765DEB6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circle|up left|exit</a:t>
            </a:r>
          </a:p>
        </p:txBody>
      </p:sp>
      <p:sp>
        <p:nvSpPr>
          <p:cNvPr id="22" name="circle|up right|exit">
            <a:extLst>
              <a:ext uri="{FF2B5EF4-FFF2-40B4-BE49-F238E27FC236}">
                <a16:creationId xmlns:a16="http://schemas.microsoft.com/office/drawing/2014/main" id="{066BF36C-AEAC-F2B1-1BE3-428715A7447F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circle|up right|exit</a:t>
            </a:r>
          </a:p>
        </p:txBody>
      </p:sp>
      <p:sp>
        <p:nvSpPr>
          <p:cNvPr id="23" name="circle|down right|exit">
            <a:extLst>
              <a:ext uri="{FF2B5EF4-FFF2-40B4-BE49-F238E27FC236}">
                <a16:creationId xmlns:a16="http://schemas.microsoft.com/office/drawing/2014/main" id="{99413278-C7DE-2A61-83E9-9CF5F139F3B6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circle|down right|exit</a:t>
            </a:r>
          </a:p>
        </p:txBody>
      </p:sp>
      <p:sp>
        <p:nvSpPr>
          <p:cNvPr id="24" name="circle|down left|exit">
            <a:extLst>
              <a:ext uri="{FF2B5EF4-FFF2-40B4-BE49-F238E27FC236}">
                <a16:creationId xmlns:a16="http://schemas.microsoft.com/office/drawing/2014/main" id="{DAFAC4CE-78DD-98CD-99AD-A3D72C4E0003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circle|down left|exit</a:t>
            </a:r>
          </a:p>
        </p:txBody>
      </p:sp>
      <p:sp>
        <p:nvSpPr>
          <p:cNvPr id="25" name="circle|out|exit">
            <a:extLst>
              <a:ext uri="{FF2B5EF4-FFF2-40B4-BE49-F238E27FC236}">
                <a16:creationId xmlns:a16="http://schemas.microsoft.com/office/drawing/2014/main" id="{32B5A415-ECEB-A4ED-35A1-9032876F8D1B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circle|out|exit</a:t>
            </a:r>
          </a:p>
        </p:txBody>
      </p:sp>
      <p:sp>
        <p:nvSpPr>
          <p:cNvPr id="26" name="circle|clockwise|exit">
            <a:extLst>
              <a:ext uri="{FF2B5EF4-FFF2-40B4-BE49-F238E27FC236}">
                <a16:creationId xmlns:a16="http://schemas.microsoft.com/office/drawing/2014/main" id="{BED9F115-03C4-9306-2878-C0C87F11B56F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circle|clockwise|exit</a:t>
            </a:r>
          </a:p>
        </p:txBody>
      </p:sp>
      <p:sp>
        <p:nvSpPr>
          <p:cNvPr id="27" name="circle|counterclockwise|exit">
            <a:extLst>
              <a:ext uri="{FF2B5EF4-FFF2-40B4-BE49-F238E27FC236}">
                <a16:creationId xmlns:a16="http://schemas.microsoft.com/office/drawing/2014/main" id="{631317C2-2514-083B-4506-3C7EBEC08A64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circle|counterclockwise|exit</a:t>
            </a:r>
          </a:p>
        </p:txBody>
      </p:sp>
      <p:sp>
        <p:nvSpPr>
          <p:cNvPr id="28" name="circle|horizontal in|exit">
            <a:extLst>
              <a:ext uri="{FF2B5EF4-FFF2-40B4-BE49-F238E27FC236}">
                <a16:creationId xmlns:a16="http://schemas.microsoft.com/office/drawing/2014/main" id="{7A411908-8F38-49AD-3E0B-A075EF981DD1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circle|horizontal in|exit</a:t>
            </a:r>
          </a:p>
        </p:txBody>
      </p:sp>
      <p:sp>
        <p:nvSpPr>
          <p:cNvPr id="29" name="circle|horizontal out|exit">
            <a:extLst>
              <a:ext uri="{FF2B5EF4-FFF2-40B4-BE49-F238E27FC236}">
                <a16:creationId xmlns:a16="http://schemas.microsoft.com/office/drawing/2014/main" id="{7F5C79B0-DECB-FD8E-FE91-383E06A7268A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circle|horizontal out|exit</a:t>
            </a:r>
          </a:p>
        </p:txBody>
      </p:sp>
      <p:sp>
        <p:nvSpPr>
          <p:cNvPr id="30" name="circle|vertical in|exit">
            <a:extLst>
              <a:ext uri="{FF2B5EF4-FFF2-40B4-BE49-F238E27FC236}">
                <a16:creationId xmlns:a16="http://schemas.microsoft.com/office/drawing/2014/main" id="{3AACC24D-2034-70CD-CC60-FBADFBE0239C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circle|vertical in|exit</a:t>
            </a:r>
          </a:p>
        </p:txBody>
      </p:sp>
      <p:sp>
        <p:nvSpPr>
          <p:cNvPr id="31" name="circle|vertical out|exit">
            <a:extLst>
              <a:ext uri="{FF2B5EF4-FFF2-40B4-BE49-F238E27FC236}">
                <a16:creationId xmlns:a16="http://schemas.microsoft.com/office/drawing/2014/main" id="{639FEC70-96EB-58E3-0C06-39A4F7E6564E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circle|vertical out|exit</a:t>
            </a:r>
          </a:p>
        </p:txBody>
      </p:sp>
      <p:sp>
        <p:nvSpPr>
          <p:cNvPr id="32" name="circle|center|exit">
            <a:extLst>
              <a:ext uri="{FF2B5EF4-FFF2-40B4-BE49-F238E27FC236}">
                <a16:creationId xmlns:a16="http://schemas.microsoft.com/office/drawing/2014/main" id="{3FB07A22-2E2F-7F92-89BF-B036EEF42C39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circle|center|exit</a:t>
            </a:r>
          </a:p>
        </p:txBody>
      </p:sp>
      <p:sp>
        <p:nvSpPr>
          <p:cNvPr id="33" name="circle|slightly|exit">
            <a:extLst>
              <a:ext uri="{FF2B5EF4-FFF2-40B4-BE49-F238E27FC236}">
                <a16:creationId xmlns:a16="http://schemas.microsoft.com/office/drawing/2014/main" id="{678566DC-979E-3A25-1B62-DEA1D782C643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circle|slightly|exit</a:t>
            </a:r>
          </a:p>
        </p:txBody>
      </p:sp>
      <p:sp>
        <p:nvSpPr>
          <p:cNvPr id="34" name="circle|in slightly|exit">
            <a:extLst>
              <a:ext uri="{FF2B5EF4-FFF2-40B4-BE49-F238E27FC236}">
                <a16:creationId xmlns:a16="http://schemas.microsoft.com/office/drawing/2014/main" id="{70DD6BD2-336F-1ED6-294C-D6D911EF7840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circle|in slightly|exit</a:t>
            </a:r>
          </a:p>
        </p:txBody>
      </p:sp>
      <p:sp>
        <p:nvSpPr>
          <p:cNvPr id="35" name="circle|in center|exit">
            <a:extLst>
              <a:ext uri="{FF2B5EF4-FFF2-40B4-BE49-F238E27FC236}">
                <a16:creationId xmlns:a16="http://schemas.microsoft.com/office/drawing/2014/main" id="{4FEF11CD-3C1D-D4EE-90FE-82B3CC16DF05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circle|in center|exit</a:t>
            </a:r>
          </a:p>
        </p:txBody>
      </p:sp>
      <p:sp>
        <p:nvSpPr>
          <p:cNvPr id="36" name="circle|in bottom|exit">
            <a:extLst>
              <a:ext uri="{FF2B5EF4-FFF2-40B4-BE49-F238E27FC236}">
                <a16:creationId xmlns:a16="http://schemas.microsoft.com/office/drawing/2014/main" id="{96CAF61B-E757-9FB3-8F4E-7A018EF1AC1B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circle|in bottom|exit</a:t>
            </a:r>
          </a:p>
        </p:txBody>
      </p:sp>
      <p:sp>
        <p:nvSpPr>
          <p:cNvPr id="37" name="circle|out slightly|exit">
            <a:extLst>
              <a:ext uri="{FF2B5EF4-FFF2-40B4-BE49-F238E27FC236}">
                <a16:creationId xmlns:a16="http://schemas.microsoft.com/office/drawing/2014/main" id="{ED958700-43F8-90F5-CFC2-02469C75B7B1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circle|out slightly|exit</a:t>
            </a:r>
          </a:p>
        </p:txBody>
      </p:sp>
      <p:sp>
        <p:nvSpPr>
          <p:cNvPr id="38" name="circle|out center|exit">
            <a:extLst>
              <a:ext uri="{FF2B5EF4-FFF2-40B4-BE49-F238E27FC236}">
                <a16:creationId xmlns:a16="http://schemas.microsoft.com/office/drawing/2014/main" id="{5B534553-70C5-39C6-74C1-2CB45AE8D301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circle|out center|exit</a:t>
            </a:r>
          </a:p>
        </p:txBody>
      </p:sp>
      <p:sp>
        <p:nvSpPr>
          <p:cNvPr id="39" name="circle|out bottom|exit">
            <a:extLst>
              <a:ext uri="{FF2B5EF4-FFF2-40B4-BE49-F238E27FC236}">
                <a16:creationId xmlns:a16="http://schemas.microsoft.com/office/drawing/2014/main" id="{5E8A6E59-12A1-42BF-256A-6B90453376CC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circle|out bottom|exit</a:t>
            </a:r>
          </a:p>
        </p:txBody>
      </p:sp>
      <p:sp>
        <p:nvSpPr>
          <p:cNvPr id="40" name="crawl||entr">
            <a:extLst>
              <a:ext uri="{FF2B5EF4-FFF2-40B4-BE49-F238E27FC236}">
                <a16:creationId xmlns:a16="http://schemas.microsoft.com/office/drawing/2014/main" id="{2C92BD1C-9BEE-CB44-EAC4-55F039999590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crawl||entr</a:t>
            </a:r>
          </a:p>
        </p:txBody>
      </p:sp>
      <p:sp>
        <p:nvSpPr>
          <p:cNvPr id="42" name="crawl|up|entr">
            <a:extLst>
              <a:ext uri="{FF2B5EF4-FFF2-40B4-BE49-F238E27FC236}">
                <a16:creationId xmlns:a16="http://schemas.microsoft.com/office/drawing/2014/main" id="{61A44B09-0822-A154-BB20-AE216FB3F767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crawl|up|entr</a:t>
            </a:r>
          </a:p>
        </p:txBody>
      </p:sp>
    </p:spTree>
    <p:extLst>
      <p:ext uri="{BB962C8B-B14F-4D97-AF65-F5344CB8AC3E}">
        <p14:creationId xmlns:p14="http://schemas.microsoft.com/office/powerpoint/2010/main" val="88576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6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5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25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7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6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6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6" presetClass="exit" presetSubtype="6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6" presetClass="exit" presetSubtype="1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" presetClass="exit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6" presetClass="exit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5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6" presetClass="exit" presetSubtype="5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5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6" presetClass="exit" presetSubtype="25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" presetClass="exit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6" presetClass="exit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7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6" presetClass="exit" presetSubtype="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7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6" presetClass="exit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8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6" presetClass="exit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8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6" presetClass="exit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9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awl|right|entr">
            <a:extLst>
              <a:ext uri="{FF2B5EF4-FFF2-40B4-BE49-F238E27FC236}">
                <a16:creationId xmlns:a16="http://schemas.microsoft.com/office/drawing/2014/main" id="{CBE04ECA-A4C8-D356-F5BD-BA7082D472F8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crawl|right|entr</a:t>
            </a:r>
          </a:p>
        </p:txBody>
      </p:sp>
      <p:sp>
        <p:nvSpPr>
          <p:cNvPr id="3" name="crawl|left|entr">
            <a:extLst>
              <a:ext uri="{FF2B5EF4-FFF2-40B4-BE49-F238E27FC236}">
                <a16:creationId xmlns:a16="http://schemas.microsoft.com/office/drawing/2014/main" id="{40F0EAE2-E12B-4543-AEC3-0260A6E71E0C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crawl|left|entr</a:t>
            </a:r>
          </a:p>
        </p:txBody>
      </p:sp>
      <p:sp>
        <p:nvSpPr>
          <p:cNvPr id="4" name="crawl|up left|entr">
            <a:extLst>
              <a:ext uri="{FF2B5EF4-FFF2-40B4-BE49-F238E27FC236}">
                <a16:creationId xmlns:a16="http://schemas.microsoft.com/office/drawing/2014/main" id="{3D0701E2-E521-C4BE-D0FA-826788CEDF00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crawl|up left|entr</a:t>
            </a:r>
          </a:p>
        </p:txBody>
      </p:sp>
      <p:sp>
        <p:nvSpPr>
          <p:cNvPr id="5" name="crawl|up right|entr">
            <a:extLst>
              <a:ext uri="{FF2B5EF4-FFF2-40B4-BE49-F238E27FC236}">
                <a16:creationId xmlns:a16="http://schemas.microsoft.com/office/drawing/2014/main" id="{5F83D705-7C5A-F23C-C474-A69DD0E08502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crawl|up right|entr</a:t>
            </a:r>
          </a:p>
        </p:txBody>
      </p:sp>
      <p:sp>
        <p:nvSpPr>
          <p:cNvPr id="6" name="crawl|down right|entr">
            <a:extLst>
              <a:ext uri="{FF2B5EF4-FFF2-40B4-BE49-F238E27FC236}">
                <a16:creationId xmlns:a16="http://schemas.microsoft.com/office/drawing/2014/main" id="{35DFEA3D-28C4-E8FE-2DF1-470F971708C6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crawl|down right|entr</a:t>
            </a:r>
          </a:p>
        </p:txBody>
      </p:sp>
      <p:sp>
        <p:nvSpPr>
          <p:cNvPr id="7" name="crawl|down left|entr">
            <a:extLst>
              <a:ext uri="{FF2B5EF4-FFF2-40B4-BE49-F238E27FC236}">
                <a16:creationId xmlns:a16="http://schemas.microsoft.com/office/drawing/2014/main" id="{FD58F69B-E7EE-6EAA-99AB-58F75C6E5893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crawl|down left|entr</a:t>
            </a:r>
          </a:p>
        </p:txBody>
      </p:sp>
      <p:sp>
        <p:nvSpPr>
          <p:cNvPr id="8" name="crawl||exit">
            <a:extLst>
              <a:ext uri="{FF2B5EF4-FFF2-40B4-BE49-F238E27FC236}">
                <a16:creationId xmlns:a16="http://schemas.microsoft.com/office/drawing/2014/main" id="{C405C1B4-9B91-FD3E-F07A-987A65A8A8CB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crawl||exit</a:t>
            </a:r>
          </a:p>
        </p:txBody>
      </p:sp>
      <p:sp>
        <p:nvSpPr>
          <p:cNvPr id="9" name="crawl|up|exit">
            <a:extLst>
              <a:ext uri="{FF2B5EF4-FFF2-40B4-BE49-F238E27FC236}">
                <a16:creationId xmlns:a16="http://schemas.microsoft.com/office/drawing/2014/main" id="{D21A8AB5-12D4-9664-5BC3-97A310670DBE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crawl|up|exit</a:t>
            </a:r>
          </a:p>
        </p:txBody>
      </p:sp>
      <p:sp>
        <p:nvSpPr>
          <p:cNvPr id="10" name="crawl|right|exit">
            <a:extLst>
              <a:ext uri="{FF2B5EF4-FFF2-40B4-BE49-F238E27FC236}">
                <a16:creationId xmlns:a16="http://schemas.microsoft.com/office/drawing/2014/main" id="{13CFB287-F6A5-E56C-AA89-A5FA63267F51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crawl|right|exit</a:t>
            </a:r>
          </a:p>
        </p:txBody>
      </p:sp>
      <p:sp>
        <p:nvSpPr>
          <p:cNvPr id="11" name="crawl|left|exit">
            <a:extLst>
              <a:ext uri="{FF2B5EF4-FFF2-40B4-BE49-F238E27FC236}">
                <a16:creationId xmlns:a16="http://schemas.microsoft.com/office/drawing/2014/main" id="{31C3F3B5-E217-9D5A-FF24-805B9871D0CD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crawl|left|exit</a:t>
            </a:r>
          </a:p>
        </p:txBody>
      </p:sp>
      <p:sp>
        <p:nvSpPr>
          <p:cNvPr id="12" name="crawl|up left|exit">
            <a:extLst>
              <a:ext uri="{FF2B5EF4-FFF2-40B4-BE49-F238E27FC236}">
                <a16:creationId xmlns:a16="http://schemas.microsoft.com/office/drawing/2014/main" id="{9B778D94-0B70-3CFE-E265-9B26D229BC0C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crawl|up left|exit</a:t>
            </a:r>
          </a:p>
        </p:txBody>
      </p:sp>
      <p:sp>
        <p:nvSpPr>
          <p:cNvPr id="13" name="crawl|up right|exit">
            <a:extLst>
              <a:ext uri="{FF2B5EF4-FFF2-40B4-BE49-F238E27FC236}">
                <a16:creationId xmlns:a16="http://schemas.microsoft.com/office/drawing/2014/main" id="{AE9EA730-3832-C8BE-1960-CCFD387F1F10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crawl|up right|exit</a:t>
            </a:r>
          </a:p>
        </p:txBody>
      </p:sp>
      <p:sp>
        <p:nvSpPr>
          <p:cNvPr id="14" name="crawl|down right|exit">
            <a:extLst>
              <a:ext uri="{FF2B5EF4-FFF2-40B4-BE49-F238E27FC236}">
                <a16:creationId xmlns:a16="http://schemas.microsoft.com/office/drawing/2014/main" id="{3AE73478-97FE-FE76-5D75-9FDE1A12E6EE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crawl|down right|exit</a:t>
            </a:r>
          </a:p>
        </p:txBody>
      </p:sp>
      <p:sp>
        <p:nvSpPr>
          <p:cNvPr id="15" name="crawl|down left|exit">
            <a:extLst>
              <a:ext uri="{FF2B5EF4-FFF2-40B4-BE49-F238E27FC236}">
                <a16:creationId xmlns:a16="http://schemas.microsoft.com/office/drawing/2014/main" id="{E312BCDA-4F3A-94D7-0100-70B226967A1D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crawl|down left|exit</a:t>
            </a:r>
          </a:p>
        </p:txBody>
      </p:sp>
      <p:sp>
        <p:nvSpPr>
          <p:cNvPr id="16" name="diamond||entr">
            <a:extLst>
              <a:ext uri="{FF2B5EF4-FFF2-40B4-BE49-F238E27FC236}">
                <a16:creationId xmlns:a16="http://schemas.microsoft.com/office/drawing/2014/main" id="{4FC513DF-C7DE-51FF-4EDE-4BEA2152C267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diamond||entr</a:t>
            </a:r>
          </a:p>
        </p:txBody>
      </p:sp>
      <p:sp>
        <p:nvSpPr>
          <p:cNvPr id="18" name="diamond|up|entr">
            <a:extLst>
              <a:ext uri="{FF2B5EF4-FFF2-40B4-BE49-F238E27FC236}">
                <a16:creationId xmlns:a16="http://schemas.microsoft.com/office/drawing/2014/main" id="{F58C59D1-E0E7-901E-4C63-AACF717AE30C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diamond|up|entr</a:t>
            </a:r>
          </a:p>
        </p:txBody>
      </p:sp>
      <p:sp>
        <p:nvSpPr>
          <p:cNvPr id="19" name="diamond|right|entr">
            <a:extLst>
              <a:ext uri="{FF2B5EF4-FFF2-40B4-BE49-F238E27FC236}">
                <a16:creationId xmlns:a16="http://schemas.microsoft.com/office/drawing/2014/main" id="{6F3D28B6-B8CB-1539-CAAF-DF633A37977E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diamond|right|entr</a:t>
            </a:r>
          </a:p>
        </p:txBody>
      </p:sp>
      <p:sp>
        <p:nvSpPr>
          <p:cNvPr id="20" name="diamond|down|entr">
            <a:extLst>
              <a:ext uri="{FF2B5EF4-FFF2-40B4-BE49-F238E27FC236}">
                <a16:creationId xmlns:a16="http://schemas.microsoft.com/office/drawing/2014/main" id="{CFBF9A4C-54A6-C97A-1430-C968C1EDAD12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diamond|down|entr</a:t>
            </a:r>
          </a:p>
        </p:txBody>
      </p:sp>
      <p:sp>
        <p:nvSpPr>
          <p:cNvPr id="21" name="diamond|left|entr">
            <a:extLst>
              <a:ext uri="{FF2B5EF4-FFF2-40B4-BE49-F238E27FC236}">
                <a16:creationId xmlns:a16="http://schemas.microsoft.com/office/drawing/2014/main" id="{BD11021E-E869-6487-711F-FD510ED82194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diamond|left|entr</a:t>
            </a:r>
          </a:p>
        </p:txBody>
      </p:sp>
      <p:sp>
        <p:nvSpPr>
          <p:cNvPr id="22" name="diamond|up left|entr">
            <a:extLst>
              <a:ext uri="{FF2B5EF4-FFF2-40B4-BE49-F238E27FC236}">
                <a16:creationId xmlns:a16="http://schemas.microsoft.com/office/drawing/2014/main" id="{DDF9A6A8-A24F-F6DF-9931-1BB850219AE7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diamond|up left|entr</a:t>
            </a:r>
          </a:p>
        </p:txBody>
      </p:sp>
      <p:sp>
        <p:nvSpPr>
          <p:cNvPr id="23" name="diamond|up right|entr">
            <a:extLst>
              <a:ext uri="{FF2B5EF4-FFF2-40B4-BE49-F238E27FC236}">
                <a16:creationId xmlns:a16="http://schemas.microsoft.com/office/drawing/2014/main" id="{47F25766-415D-E665-8C3B-2A02A49BF504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diamond|up right|entr</a:t>
            </a:r>
          </a:p>
        </p:txBody>
      </p:sp>
      <p:sp>
        <p:nvSpPr>
          <p:cNvPr id="24" name="diamond|down right|entr">
            <a:extLst>
              <a:ext uri="{FF2B5EF4-FFF2-40B4-BE49-F238E27FC236}">
                <a16:creationId xmlns:a16="http://schemas.microsoft.com/office/drawing/2014/main" id="{EBC38131-8A55-1B22-40E9-3D0F9FC389DA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diamond|down right|entr</a:t>
            </a:r>
          </a:p>
        </p:txBody>
      </p:sp>
      <p:sp>
        <p:nvSpPr>
          <p:cNvPr id="25" name="diamond|down left|entr">
            <a:extLst>
              <a:ext uri="{FF2B5EF4-FFF2-40B4-BE49-F238E27FC236}">
                <a16:creationId xmlns:a16="http://schemas.microsoft.com/office/drawing/2014/main" id="{EABC0944-F522-48A7-C66E-75BB9BD2D3C5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diamond|down left|entr</a:t>
            </a:r>
          </a:p>
        </p:txBody>
      </p:sp>
      <p:sp>
        <p:nvSpPr>
          <p:cNvPr id="26" name="diamond|out|entr">
            <a:extLst>
              <a:ext uri="{FF2B5EF4-FFF2-40B4-BE49-F238E27FC236}">
                <a16:creationId xmlns:a16="http://schemas.microsoft.com/office/drawing/2014/main" id="{B09DD58B-F449-D833-58CA-F2FA8B6572B8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diamond|out|entr</a:t>
            </a:r>
          </a:p>
        </p:txBody>
      </p:sp>
      <p:sp>
        <p:nvSpPr>
          <p:cNvPr id="27" name="diamond|clockwise|entr">
            <a:extLst>
              <a:ext uri="{FF2B5EF4-FFF2-40B4-BE49-F238E27FC236}">
                <a16:creationId xmlns:a16="http://schemas.microsoft.com/office/drawing/2014/main" id="{6D9D556C-572B-C0CD-F0D5-93B7BDC5FC12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diamond|clockwise|entr</a:t>
            </a:r>
          </a:p>
        </p:txBody>
      </p:sp>
      <p:sp>
        <p:nvSpPr>
          <p:cNvPr id="28" name="diamond|counterclockwise|entr">
            <a:extLst>
              <a:ext uri="{FF2B5EF4-FFF2-40B4-BE49-F238E27FC236}">
                <a16:creationId xmlns:a16="http://schemas.microsoft.com/office/drawing/2014/main" id="{373CFF6C-C3C7-9673-2152-5C235F0B2598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diamond|counterclockwise|entr</a:t>
            </a:r>
          </a:p>
        </p:txBody>
      </p:sp>
      <p:sp>
        <p:nvSpPr>
          <p:cNvPr id="29" name="diamond|horizontal in|entr">
            <a:extLst>
              <a:ext uri="{FF2B5EF4-FFF2-40B4-BE49-F238E27FC236}">
                <a16:creationId xmlns:a16="http://schemas.microsoft.com/office/drawing/2014/main" id="{5DB81646-19E5-FD83-F4CD-B7233B2A8AAE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diamond|horizontal in|entr</a:t>
            </a:r>
          </a:p>
        </p:txBody>
      </p:sp>
      <p:sp>
        <p:nvSpPr>
          <p:cNvPr id="30" name="diamond|horizontal out|entr">
            <a:extLst>
              <a:ext uri="{FF2B5EF4-FFF2-40B4-BE49-F238E27FC236}">
                <a16:creationId xmlns:a16="http://schemas.microsoft.com/office/drawing/2014/main" id="{840271CF-700C-126B-023C-DA2738B1A564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diamond|horizontal out|entr</a:t>
            </a:r>
          </a:p>
        </p:txBody>
      </p:sp>
      <p:sp>
        <p:nvSpPr>
          <p:cNvPr id="31" name="diamond|vertical in|entr">
            <a:extLst>
              <a:ext uri="{FF2B5EF4-FFF2-40B4-BE49-F238E27FC236}">
                <a16:creationId xmlns:a16="http://schemas.microsoft.com/office/drawing/2014/main" id="{C505F44A-D9DB-6F4E-1F96-FAB46621F7EC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diamond|vertical in|entr</a:t>
            </a:r>
          </a:p>
        </p:txBody>
      </p:sp>
      <p:sp>
        <p:nvSpPr>
          <p:cNvPr id="32" name="diamond|vertical out|entr">
            <a:extLst>
              <a:ext uri="{FF2B5EF4-FFF2-40B4-BE49-F238E27FC236}">
                <a16:creationId xmlns:a16="http://schemas.microsoft.com/office/drawing/2014/main" id="{6B1372A0-460A-0033-C8D8-9E9BC1D10FDB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diamond|vertical out|entr</a:t>
            </a:r>
          </a:p>
        </p:txBody>
      </p:sp>
      <p:sp>
        <p:nvSpPr>
          <p:cNvPr id="33" name="diamond|center|entr">
            <a:extLst>
              <a:ext uri="{FF2B5EF4-FFF2-40B4-BE49-F238E27FC236}">
                <a16:creationId xmlns:a16="http://schemas.microsoft.com/office/drawing/2014/main" id="{2FD79124-37BF-A3BD-0701-4D1A500B663B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diamond|center|entr</a:t>
            </a:r>
          </a:p>
        </p:txBody>
      </p:sp>
      <p:sp>
        <p:nvSpPr>
          <p:cNvPr id="34" name="diamond|slightly|entr">
            <a:extLst>
              <a:ext uri="{FF2B5EF4-FFF2-40B4-BE49-F238E27FC236}">
                <a16:creationId xmlns:a16="http://schemas.microsoft.com/office/drawing/2014/main" id="{896D8593-B047-9EFD-2B34-2C3D0ED30D87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diamond|slightly|entr</a:t>
            </a:r>
          </a:p>
        </p:txBody>
      </p:sp>
      <p:sp>
        <p:nvSpPr>
          <p:cNvPr id="35" name="diamond|in slightly|entr">
            <a:extLst>
              <a:ext uri="{FF2B5EF4-FFF2-40B4-BE49-F238E27FC236}">
                <a16:creationId xmlns:a16="http://schemas.microsoft.com/office/drawing/2014/main" id="{3C733ADD-CF1C-98B2-C0BF-C4B2DFBA6AB8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diamond|in slightly|entr</a:t>
            </a:r>
          </a:p>
        </p:txBody>
      </p:sp>
      <p:sp>
        <p:nvSpPr>
          <p:cNvPr id="36" name="diamond|in center|entr">
            <a:extLst>
              <a:ext uri="{FF2B5EF4-FFF2-40B4-BE49-F238E27FC236}">
                <a16:creationId xmlns:a16="http://schemas.microsoft.com/office/drawing/2014/main" id="{DFD58BC4-A3D8-F378-3AE9-305BEED565DE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diamond|in center|entr</a:t>
            </a:r>
          </a:p>
        </p:txBody>
      </p:sp>
      <p:sp>
        <p:nvSpPr>
          <p:cNvPr id="37" name="diamond|in bottom|entr">
            <a:extLst>
              <a:ext uri="{FF2B5EF4-FFF2-40B4-BE49-F238E27FC236}">
                <a16:creationId xmlns:a16="http://schemas.microsoft.com/office/drawing/2014/main" id="{2167508B-B141-AACA-3DDB-9D13962F6D10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diamond|in bottom|entr</a:t>
            </a:r>
          </a:p>
        </p:txBody>
      </p:sp>
      <p:sp>
        <p:nvSpPr>
          <p:cNvPr id="38" name="diamond|out slightly|entr">
            <a:extLst>
              <a:ext uri="{FF2B5EF4-FFF2-40B4-BE49-F238E27FC236}">
                <a16:creationId xmlns:a16="http://schemas.microsoft.com/office/drawing/2014/main" id="{54B8E09C-AE1B-0006-2E66-2728C88489D4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diamond|out slightly|entr</a:t>
            </a:r>
          </a:p>
        </p:txBody>
      </p:sp>
      <p:sp>
        <p:nvSpPr>
          <p:cNvPr id="39" name="diamond|out center|entr">
            <a:extLst>
              <a:ext uri="{FF2B5EF4-FFF2-40B4-BE49-F238E27FC236}">
                <a16:creationId xmlns:a16="http://schemas.microsoft.com/office/drawing/2014/main" id="{01CF2860-1299-2EAC-F0D8-D399F8CFE471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diamond|out center|entr</a:t>
            </a:r>
          </a:p>
        </p:txBody>
      </p:sp>
      <p:sp>
        <p:nvSpPr>
          <p:cNvPr id="40" name="diamond|out bottom|entr">
            <a:extLst>
              <a:ext uri="{FF2B5EF4-FFF2-40B4-BE49-F238E27FC236}">
                <a16:creationId xmlns:a16="http://schemas.microsoft.com/office/drawing/2014/main" id="{DF119CD1-863E-98DB-1E70-2BCD1301EB52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diamond|out bottom|entr</a:t>
            </a:r>
          </a:p>
        </p:txBody>
      </p:sp>
      <p:sp>
        <p:nvSpPr>
          <p:cNvPr id="41" name="diamond||exit">
            <a:extLst>
              <a:ext uri="{FF2B5EF4-FFF2-40B4-BE49-F238E27FC236}">
                <a16:creationId xmlns:a16="http://schemas.microsoft.com/office/drawing/2014/main" id="{9F37BE74-7655-9247-9FE1-C2834C2169A4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diamond||exit</a:t>
            </a:r>
          </a:p>
        </p:txBody>
      </p:sp>
      <p:sp>
        <p:nvSpPr>
          <p:cNvPr id="42" name="diamond|up|exit">
            <a:extLst>
              <a:ext uri="{FF2B5EF4-FFF2-40B4-BE49-F238E27FC236}">
                <a16:creationId xmlns:a16="http://schemas.microsoft.com/office/drawing/2014/main" id="{D99DB2C0-F9A6-E119-1869-715A63D1F0FC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diamond|up|exit</a:t>
            </a:r>
          </a:p>
        </p:txBody>
      </p:sp>
    </p:spTree>
    <p:extLst>
      <p:ext uri="{BB962C8B-B14F-4D97-AF65-F5344CB8AC3E}">
        <p14:creationId xmlns:p14="http://schemas.microsoft.com/office/powerpoint/2010/main" val="282907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8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9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8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0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8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0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8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8" presetClass="entr" presetSubtype="6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4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8" presetClass="entr" presetSubtype="1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4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8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8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8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8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8" presetClass="entr" presetSubtype="5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8" presetClass="entr" presetSubtype="25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8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8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8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8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8" presetClass="entr" presetSubtype="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8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8" presetClass="entr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8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1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8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215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mond|right|exit">
            <a:extLst>
              <a:ext uri="{FF2B5EF4-FFF2-40B4-BE49-F238E27FC236}">
                <a16:creationId xmlns:a16="http://schemas.microsoft.com/office/drawing/2014/main" id="{A856DAA0-9EFA-0B76-DD18-F7A7E32E313B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diamond|right|exit</a:t>
            </a:r>
          </a:p>
        </p:txBody>
      </p:sp>
      <p:sp>
        <p:nvSpPr>
          <p:cNvPr id="3" name="diamond|down|exit">
            <a:extLst>
              <a:ext uri="{FF2B5EF4-FFF2-40B4-BE49-F238E27FC236}">
                <a16:creationId xmlns:a16="http://schemas.microsoft.com/office/drawing/2014/main" id="{8BF2AB2B-64E8-3B5D-15E4-B40463729177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diamond|down|exit</a:t>
            </a:r>
          </a:p>
        </p:txBody>
      </p:sp>
      <p:sp>
        <p:nvSpPr>
          <p:cNvPr id="4" name="diamond|left|exit">
            <a:extLst>
              <a:ext uri="{FF2B5EF4-FFF2-40B4-BE49-F238E27FC236}">
                <a16:creationId xmlns:a16="http://schemas.microsoft.com/office/drawing/2014/main" id="{DB6EF676-166F-03B1-03B5-CFC2E9B0934C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diamond|left|exit</a:t>
            </a:r>
          </a:p>
        </p:txBody>
      </p:sp>
      <p:sp>
        <p:nvSpPr>
          <p:cNvPr id="5" name="diamond|up left|exit">
            <a:extLst>
              <a:ext uri="{FF2B5EF4-FFF2-40B4-BE49-F238E27FC236}">
                <a16:creationId xmlns:a16="http://schemas.microsoft.com/office/drawing/2014/main" id="{4BC35576-94C5-9A5C-DA48-506755F5D8C6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diamond|up left|exit</a:t>
            </a:r>
          </a:p>
        </p:txBody>
      </p:sp>
      <p:sp>
        <p:nvSpPr>
          <p:cNvPr id="6" name="diamond|up right|exit">
            <a:extLst>
              <a:ext uri="{FF2B5EF4-FFF2-40B4-BE49-F238E27FC236}">
                <a16:creationId xmlns:a16="http://schemas.microsoft.com/office/drawing/2014/main" id="{718DF183-E403-6A48-C8A3-D1821984909A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diamond|up right|exit</a:t>
            </a:r>
          </a:p>
        </p:txBody>
      </p:sp>
      <p:sp>
        <p:nvSpPr>
          <p:cNvPr id="7" name="diamond|down right|exit">
            <a:extLst>
              <a:ext uri="{FF2B5EF4-FFF2-40B4-BE49-F238E27FC236}">
                <a16:creationId xmlns:a16="http://schemas.microsoft.com/office/drawing/2014/main" id="{8727EAE5-03B0-EEF4-1096-88230563517A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diamond|down right|exit</a:t>
            </a:r>
          </a:p>
        </p:txBody>
      </p:sp>
      <p:sp>
        <p:nvSpPr>
          <p:cNvPr id="8" name="diamond|down left|exit">
            <a:extLst>
              <a:ext uri="{FF2B5EF4-FFF2-40B4-BE49-F238E27FC236}">
                <a16:creationId xmlns:a16="http://schemas.microsoft.com/office/drawing/2014/main" id="{962DF1E4-4C3A-914F-0DB7-FA36C76085B3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diamond|down left|exit</a:t>
            </a:r>
          </a:p>
        </p:txBody>
      </p:sp>
      <p:sp>
        <p:nvSpPr>
          <p:cNvPr id="9" name="diamond|out|exit">
            <a:extLst>
              <a:ext uri="{FF2B5EF4-FFF2-40B4-BE49-F238E27FC236}">
                <a16:creationId xmlns:a16="http://schemas.microsoft.com/office/drawing/2014/main" id="{C87AA982-BD38-F431-4FFD-11B765B844B8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diamond|out|exit</a:t>
            </a:r>
          </a:p>
        </p:txBody>
      </p:sp>
      <p:sp>
        <p:nvSpPr>
          <p:cNvPr id="10" name="diamond|clockwise|exit">
            <a:extLst>
              <a:ext uri="{FF2B5EF4-FFF2-40B4-BE49-F238E27FC236}">
                <a16:creationId xmlns:a16="http://schemas.microsoft.com/office/drawing/2014/main" id="{5994357E-186D-E6DC-2110-C3CEF9794E3A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diamond|clockwise|exit</a:t>
            </a:r>
          </a:p>
        </p:txBody>
      </p:sp>
      <p:sp>
        <p:nvSpPr>
          <p:cNvPr id="11" name="diamond|counterclockwise|exit">
            <a:extLst>
              <a:ext uri="{FF2B5EF4-FFF2-40B4-BE49-F238E27FC236}">
                <a16:creationId xmlns:a16="http://schemas.microsoft.com/office/drawing/2014/main" id="{AE539FA9-1915-CED6-F440-35AC9184942D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diamond|counterclockwise|exit</a:t>
            </a:r>
          </a:p>
        </p:txBody>
      </p:sp>
      <p:sp>
        <p:nvSpPr>
          <p:cNvPr id="12" name="diamond|horizontal in|exit">
            <a:extLst>
              <a:ext uri="{FF2B5EF4-FFF2-40B4-BE49-F238E27FC236}">
                <a16:creationId xmlns:a16="http://schemas.microsoft.com/office/drawing/2014/main" id="{56A32036-7687-79E3-E940-E0E7389F5332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diamond|horizontal in|exit</a:t>
            </a:r>
          </a:p>
        </p:txBody>
      </p:sp>
      <p:sp>
        <p:nvSpPr>
          <p:cNvPr id="13" name="diamond|horizontal out|exit">
            <a:extLst>
              <a:ext uri="{FF2B5EF4-FFF2-40B4-BE49-F238E27FC236}">
                <a16:creationId xmlns:a16="http://schemas.microsoft.com/office/drawing/2014/main" id="{C6AB29CF-C983-4DAE-37D4-93E8E0EF4813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diamond|horizontal out|exit</a:t>
            </a:r>
          </a:p>
        </p:txBody>
      </p:sp>
      <p:sp>
        <p:nvSpPr>
          <p:cNvPr id="14" name="diamond|vertical in|exit">
            <a:extLst>
              <a:ext uri="{FF2B5EF4-FFF2-40B4-BE49-F238E27FC236}">
                <a16:creationId xmlns:a16="http://schemas.microsoft.com/office/drawing/2014/main" id="{48114032-ED87-2331-9588-826FD56185FB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diamond|vertical in|exit</a:t>
            </a:r>
          </a:p>
        </p:txBody>
      </p:sp>
      <p:sp>
        <p:nvSpPr>
          <p:cNvPr id="15" name="diamond|vertical out|exit">
            <a:extLst>
              <a:ext uri="{FF2B5EF4-FFF2-40B4-BE49-F238E27FC236}">
                <a16:creationId xmlns:a16="http://schemas.microsoft.com/office/drawing/2014/main" id="{4BF12313-7C85-2DD3-A70F-112949E791E2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diamond|vertical out|exit</a:t>
            </a:r>
          </a:p>
        </p:txBody>
      </p:sp>
      <p:sp>
        <p:nvSpPr>
          <p:cNvPr id="16" name="diamond|center|exit">
            <a:extLst>
              <a:ext uri="{FF2B5EF4-FFF2-40B4-BE49-F238E27FC236}">
                <a16:creationId xmlns:a16="http://schemas.microsoft.com/office/drawing/2014/main" id="{2819045B-CE18-1354-B6FB-211D3F7B90E8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diamond|center|exit</a:t>
            </a:r>
          </a:p>
        </p:txBody>
      </p:sp>
      <p:sp>
        <p:nvSpPr>
          <p:cNvPr id="17" name="diamond|slightly|exit">
            <a:extLst>
              <a:ext uri="{FF2B5EF4-FFF2-40B4-BE49-F238E27FC236}">
                <a16:creationId xmlns:a16="http://schemas.microsoft.com/office/drawing/2014/main" id="{689610FF-0022-3B68-BD52-75A295BBC6C0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diamond|slightly|exit</a:t>
            </a:r>
          </a:p>
        </p:txBody>
      </p:sp>
      <p:sp>
        <p:nvSpPr>
          <p:cNvPr id="18" name="diamond|in slightly|exit">
            <a:extLst>
              <a:ext uri="{FF2B5EF4-FFF2-40B4-BE49-F238E27FC236}">
                <a16:creationId xmlns:a16="http://schemas.microsoft.com/office/drawing/2014/main" id="{984C59FD-D282-B75B-9E80-0F0E72CFD14E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diamond|in slightly|exit</a:t>
            </a:r>
          </a:p>
        </p:txBody>
      </p:sp>
      <p:sp>
        <p:nvSpPr>
          <p:cNvPr id="19" name="diamond|in center|exit">
            <a:extLst>
              <a:ext uri="{FF2B5EF4-FFF2-40B4-BE49-F238E27FC236}">
                <a16:creationId xmlns:a16="http://schemas.microsoft.com/office/drawing/2014/main" id="{8D081F49-F5C3-AEEE-161C-18EEC3462069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diamond|in center|exit</a:t>
            </a:r>
          </a:p>
        </p:txBody>
      </p:sp>
      <p:sp>
        <p:nvSpPr>
          <p:cNvPr id="20" name="diamond|in bottom|exit">
            <a:extLst>
              <a:ext uri="{FF2B5EF4-FFF2-40B4-BE49-F238E27FC236}">
                <a16:creationId xmlns:a16="http://schemas.microsoft.com/office/drawing/2014/main" id="{87ED87A2-8F68-22A8-FBB1-2F18B4CF41E6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diamond|in bottom|exit</a:t>
            </a:r>
          </a:p>
        </p:txBody>
      </p:sp>
      <p:sp>
        <p:nvSpPr>
          <p:cNvPr id="21" name="diamond|out slightly|exit">
            <a:extLst>
              <a:ext uri="{FF2B5EF4-FFF2-40B4-BE49-F238E27FC236}">
                <a16:creationId xmlns:a16="http://schemas.microsoft.com/office/drawing/2014/main" id="{30643B43-D0C9-4C05-5D18-C10D43FD0D24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diamond|out slightly|exit</a:t>
            </a:r>
          </a:p>
        </p:txBody>
      </p:sp>
      <p:sp>
        <p:nvSpPr>
          <p:cNvPr id="22" name="diamond|out center|exit">
            <a:extLst>
              <a:ext uri="{FF2B5EF4-FFF2-40B4-BE49-F238E27FC236}">
                <a16:creationId xmlns:a16="http://schemas.microsoft.com/office/drawing/2014/main" id="{A96A8C42-E44A-9C4C-CE77-A5137C5BC32E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diamond|out center|exit</a:t>
            </a:r>
          </a:p>
        </p:txBody>
      </p:sp>
      <p:sp>
        <p:nvSpPr>
          <p:cNvPr id="23" name="diamond|out bottom|exit">
            <a:extLst>
              <a:ext uri="{FF2B5EF4-FFF2-40B4-BE49-F238E27FC236}">
                <a16:creationId xmlns:a16="http://schemas.microsoft.com/office/drawing/2014/main" id="{97FE707F-9FFA-7C26-5508-D41A575798A3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diamond|out bottom|exit</a:t>
            </a:r>
          </a:p>
        </p:txBody>
      </p:sp>
      <p:sp>
        <p:nvSpPr>
          <p:cNvPr id="24" name="dissolve||entr">
            <a:extLst>
              <a:ext uri="{FF2B5EF4-FFF2-40B4-BE49-F238E27FC236}">
                <a16:creationId xmlns:a16="http://schemas.microsoft.com/office/drawing/2014/main" id="{E2EB5DDF-3BEB-ED81-B843-DCC925A72D4B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dissolve||entr</a:t>
            </a:r>
          </a:p>
        </p:txBody>
      </p:sp>
      <p:sp>
        <p:nvSpPr>
          <p:cNvPr id="26" name="dissolve||exit">
            <a:extLst>
              <a:ext uri="{FF2B5EF4-FFF2-40B4-BE49-F238E27FC236}">
                <a16:creationId xmlns:a16="http://schemas.microsoft.com/office/drawing/2014/main" id="{7D5AF094-7F01-A301-04AF-76EE62A60EE8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dissolve||exit</a:t>
            </a:r>
          </a:p>
        </p:txBody>
      </p:sp>
      <p:sp>
        <p:nvSpPr>
          <p:cNvPr id="27" name="fade||entr">
            <a:extLst>
              <a:ext uri="{FF2B5EF4-FFF2-40B4-BE49-F238E27FC236}">
                <a16:creationId xmlns:a16="http://schemas.microsoft.com/office/drawing/2014/main" id="{979AFC9A-9487-0D08-2A41-6579BCC8394F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fade||entr</a:t>
            </a:r>
          </a:p>
        </p:txBody>
      </p:sp>
      <p:sp>
        <p:nvSpPr>
          <p:cNvPr id="29" name="fade||exit">
            <a:extLst>
              <a:ext uri="{FF2B5EF4-FFF2-40B4-BE49-F238E27FC236}">
                <a16:creationId xmlns:a16="http://schemas.microsoft.com/office/drawing/2014/main" id="{37CF58A2-7C07-843B-7650-9B9971D46E7F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fade||exit</a:t>
            </a:r>
          </a:p>
        </p:txBody>
      </p:sp>
      <p:sp>
        <p:nvSpPr>
          <p:cNvPr id="30" name="flash once||entr">
            <a:extLst>
              <a:ext uri="{FF2B5EF4-FFF2-40B4-BE49-F238E27FC236}">
                <a16:creationId xmlns:a16="http://schemas.microsoft.com/office/drawing/2014/main" id="{95D10837-DF90-E873-7FD3-C37757B6EB2E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flash once||entr</a:t>
            </a:r>
          </a:p>
        </p:txBody>
      </p:sp>
      <p:sp>
        <p:nvSpPr>
          <p:cNvPr id="32" name="flash once||exit">
            <a:extLst>
              <a:ext uri="{FF2B5EF4-FFF2-40B4-BE49-F238E27FC236}">
                <a16:creationId xmlns:a16="http://schemas.microsoft.com/office/drawing/2014/main" id="{9A33D069-29B5-E52E-F139-7698F8DEAC99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flash once||exit</a:t>
            </a:r>
          </a:p>
        </p:txBody>
      </p:sp>
      <p:sp>
        <p:nvSpPr>
          <p:cNvPr id="33" name="peek||entr">
            <a:extLst>
              <a:ext uri="{FF2B5EF4-FFF2-40B4-BE49-F238E27FC236}">
                <a16:creationId xmlns:a16="http://schemas.microsoft.com/office/drawing/2014/main" id="{5EF0CC7B-196D-E8C3-8A1E-15EF014F39D4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peek||entr</a:t>
            </a:r>
          </a:p>
        </p:txBody>
      </p:sp>
      <p:sp>
        <p:nvSpPr>
          <p:cNvPr id="35" name="peek|up|entr">
            <a:extLst>
              <a:ext uri="{FF2B5EF4-FFF2-40B4-BE49-F238E27FC236}">
                <a16:creationId xmlns:a16="http://schemas.microsoft.com/office/drawing/2014/main" id="{46DF57A8-7887-7639-B049-0CF551EDC849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peek|up|entr</a:t>
            </a:r>
          </a:p>
        </p:txBody>
      </p:sp>
      <p:sp>
        <p:nvSpPr>
          <p:cNvPr id="36" name="peek|right|entr">
            <a:extLst>
              <a:ext uri="{FF2B5EF4-FFF2-40B4-BE49-F238E27FC236}">
                <a16:creationId xmlns:a16="http://schemas.microsoft.com/office/drawing/2014/main" id="{B7CF921F-276A-D229-4609-817B87D7BF2C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peek|right|entr</a:t>
            </a:r>
          </a:p>
        </p:txBody>
      </p:sp>
      <p:sp>
        <p:nvSpPr>
          <p:cNvPr id="37" name="peek|left|entr">
            <a:extLst>
              <a:ext uri="{FF2B5EF4-FFF2-40B4-BE49-F238E27FC236}">
                <a16:creationId xmlns:a16="http://schemas.microsoft.com/office/drawing/2014/main" id="{FA3CA34E-0DA3-6F8A-0292-E5F40C67E72F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peek|left|entr</a:t>
            </a:r>
          </a:p>
        </p:txBody>
      </p:sp>
      <p:sp>
        <p:nvSpPr>
          <p:cNvPr id="38" name="peek||exit">
            <a:extLst>
              <a:ext uri="{FF2B5EF4-FFF2-40B4-BE49-F238E27FC236}">
                <a16:creationId xmlns:a16="http://schemas.microsoft.com/office/drawing/2014/main" id="{12706BD7-AB31-226D-B9CB-2CDF57C90116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peek||exit</a:t>
            </a:r>
          </a:p>
        </p:txBody>
      </p:sp>
      <p:sp>
        <p:nvSpPr>
          <p:cNvPr id="39" name="peek|up|exit">
            <a:extLst>
              <a:ext uri="{FF2B5EF4-FFF2-40B4-BE49-F238E27FC236}">
                <a16:creationId xmlns:a16="http://schemas.microsoft.com/office/drawing/2014/main" id="{4E0C0DD0-2533-1011-6F53-77271B809B27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peek|up|exit</a:t>
            </a:r>
          </a:p>
        </p:txBody>
      </p:sp>
      <p:sp>
        <p:nvSpPr>
          <p:cNvPr id="40" name="peek|right|exit">
            <a:extLst>
              <a:ext uri="{FF2B5EF4-FFF2-40B4-BE49-F238E27FC236}">
                <a16:creationId xmlns:a16="http://schemas.microsoft.com/office/drawing/2014/main" id="{644B81CA-FAEB-FF03-08E7-3B9F3DBC0F48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peek|right|exit</a:t>
            </a:r>
          </a:p>
        </p:txBody>
      </p:sp>
      <p:sp>
        <p:nvSpPr>
          <p:cNvPr id="41" name="peek|left|exit">
            <a:extLst>
              <a:ext uri="{FF2B5EF4-FFF2-40B4-BE49-F238E27FC236}">
                <a16:creationId xmlns:a16="http://schemas.microsoft.com/office/drawing/2014/main" id="{B2E9C66B-DF50-34AD-5DA6-132E82902F36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peek|left|exit</a:t>
            </a:r>
          </a:p>
        </p:txBody>
      </p:sp>
      <p:sp>
        <p:nvSpPr>
          <p:cNvPr id="42" name="plus||entr">
            <a:extLst>
              <a:ext uri="{FF2B5EF4-FFF2-40B4-BE49-F238E27FC236}">
                <a16:creationId xmlns:a16="http://schemas.microsoft.com/office/drawing/2014/main" id="{1DF930E5-F85E-E127-3EA4-7888AC37C40F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plus||entr</a:t>
            </a:r>
          </a:p>
        </p:txBody>
      </p:sp>
      <p:sp>
        <p:nvSpPr>
          <p:cNvPr id="44" name="plus|up|entr">
            <a:extLst>
              <a:ext uri="{FF2B5EF4-FFF2-40B4-BE49-F238E27FC236}">
                <a16:creationId xmlns:a16="http://schemas.microsoft.com/office/drawing/2014/main" id="{91F66099-CF3A-720A-61A9-BDCA3C69711F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plus|up|entr</a:t>
            </a:r>
          </a:p>
        </p:txBody>
      </p:sp>
      <p:sp>
        <p:nvSpPr>
          <p:cNvPr id="45" name="plus|right|entr">
            <a:extLst>
              <a:ext uri="{FF2B5EF4-FFF2-40B4-BE49-F238E27FC236}">
                <a16:creationId xmlns:a16="http://schemas.microsoft.com/office/drawing/2014/main" id="{624A9493-FE59-3A43-E4D8-CAD3800B4E0D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plus|right|entr</a:t>
            </a:r>
          </a:p>
        </p:txBody>
      </p:sp>
      <p:sp>
        <p:nvSpPr>
          <p:cNvPr id="46" name="plus|down|entr">
            <a:extLst>
              <a:ext uri="{FF2B5EF4-FFF2-40B4-BE49-F238E27FC236}">
                <a16:creationId xmlns:a16="http://schemas.microsoft.com/office/drawing/2014/main" id="{82B39901-5531-873A-77D7-719EE544B880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plus|down|entr</a:t>
            </a:r>
          </a:p>
        </p:txBody>
      </p:sp>
    </p:spTree>
    <p:extLst>
      <p:ext uri="{BB962C8B-B14F-4D97-AF65-F5344CB8AC3E}">
        <p14:creationId xmlns:p14="http://schemas.microsoft.com/office/powerpoint/2010/main" val="344928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3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4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xit" presetSubtype="6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4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xit" presetSubtype="1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5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xit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5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xit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8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7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8" presetClass="exit" presetSubtype="5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7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8" presetClass="exit" presetSubtype="25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8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8" presetClass="exit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8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8" presetClass="exit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9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8" presetClass="exit" presetSubtype="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9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8" presetClass="exit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10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8" presetClass="exit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10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8" presetClass="exit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1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0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1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left)">
                                      <p:cBhvr>
                                        <p:cTn id="1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4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3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9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3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04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3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09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us|left|entr">
            <a:extLst>
              <a:ext uri="{FF2B5EF4-FFF2-40B4-BE49-F238E27FC236}">
                <a16:creationId xmlns:a16="http://schemas.microsoft.com/office/drawing/2014/main" id="{61043F4C-066D-30EB-D09D-0484C945F998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plus|left|entr</a:t>
            </a:r>
          </a:p>
        </p:txBody>
      </p:sp>
      <p:sp>
        <p:nvSpPr>
          <p:cNvPr id="3" name="plus|up left|entr">
            <a:extLst>
              <a:ext uri="{FF2B5EF4-FFF2-40B4-BE49-F238E27FC236}">
                <a16:creationId xmlns:a16="http://schemas.microsoft.com/office/drawing/2014/main" id="{3631F23F-B7DE-01D6-6CD0-6E7B756555C7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plus|up left|entr</a:t>
            </a:r>
          </a:p>
        </p:txBody>
      </p:sp>
      <p:sp>
        <p:nvSpPr>
          <p:cNvPr id="4" name="plus|up right|entr">
            <a:extLst>
              <a:ext uri="{FF2B5EF4-FFF2-40B4-BE49-F238E27FC236}">
                <a16:creationId xmlns:a16="http://schemas.microsoft.com/office/drawing/2014/main" id="{48FBD592-6486-8C26-303D-94302BFE0631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plus|up right|entr</a:t>
            </a:r>
          </a:p>
        </p:txBody>
      </p:sp>
      <p:sp>
        <p:nvSpPr>
          <p:cNvPr id="5" name="plus|down right|entr">
            <a:extLst>
              <a:ext uri="{FF2B5EF4-FFF2-40B4-BE49-F238E27FC236}">
                <a16:creationId xmlns:a16="http://schemas.microsoft.com/office/drawing/2014/main" id="{9C45E2FB-301E-835E-3FEC-FBE2D6A671A5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plus|down right|entr</a:t>
            </a:r>
          </a:p>
        </p:txBody>
      </p:sp>
      <p:sp>
        <p:nvSpPr>
          <p:cNvPr id="6" name="plus|down left|entr">
            <a:extLst>
              <a:ext uri="{FF2B5EF4-FFF2-40B4-BE49-F238E27FC236}">
                <a16:creationId xmlns:a16="http://schemas.microsoft.com/office/drawing/2014/main" id="{D44B9128-F0B8-F5EA-EF99-B6B9A1D86D7E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plus|down left|entr</a:t>
            </a:r>
          </a:p>
        </p:txBody>
      </p:sp>
      <p:sp>
        <p:nvSpPr>
          <p:cNvPr id="7" name="plus|out|entr">
            <a:extLst>
              <a:ext uri="{FF2B5EF4-FFF2-40B4-BE49-F238E27FC236}">
                <a16:creationId xmlns:a16="http://schemas.microsoft.com/office/drawing/2014/main" id="{B72B9ECF-6798-EC84-0DFE-60A075A6D19D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plus|out|entr</a:t>
            </a:r>
          </a:p>
        </p:txBody>
      </p:sp>
      <p:sp>
        <p:nvSpPr>
          <p:cNvPr id="8" name="plus|clockwise|entr">
            <a:extLst>
              <a:ext uri="{FF2B5EF4-FFF2-40B4-BE49-F238E27FC236}">
                <a16:creationId xmlns:a16="http://schemas.microsoft.com/office/drawing/2014/main" id="{851393D1-C9CF-001F-9C50-0C46DB45C156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plus|clockwise|entr</a:t>
            </a:r>
          </a:p>
        </p:txBody>
      </p:sp>
      <p:sp>
        <p:nvSpPr>
          <p:cNvPr id="9" name="plus|counterclockwise|entr">
            <a:extLst>
              <a:ext uri="{FF2B5EF4-FFF2-40B4-BE49-F238E27FC236}">
                <a16:creationId xmlns:a16="http://schemas.microsoft.com/office/drawing/2014/main" id="{834FC3C0-0273-14C0-7B78-09D330A4151B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plus|counterclockwise|entr</a:t>
            </a:r>
          </a:p>
        </p:txBody>
      </p:sp>
      <p:sp>
        <p:nvSpPr>
          <p:cNvPr id="10" name="plus|horizontal in|entr">
            <a:extLst>
              <a:ext uri="{FF2B5EF4-FFF2-40B4-BE49-F238E27FC236}">
                <a16:creationId xmlns:a16="http://schemas.microsoft.com/office/drawing/2014/main" id="{57A48A2F-F0C3-42D2-CE26-BAC949FC640B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plus|horizontal in|entr</a:t>
            </a:r>
          </a:p>
        </p:txBody>
      </p:sp>
      <p:sp>
        <p:nvSpPr>
          <p:cNvPr id="11" name="plus|horizontal out|entr">
            <a:extLst>
              <a:ext uri="{FF2B5EF4-FFF2-40B4-BE49-F238E27FC236}">
                <a16:creationId xmlns:a16="http://schemas.microsoft.com/office/drawing/2014/main" id="{48311571-EEF6-D905-C73B-F1257093B4DE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plus|horizontal out|entr</a:t>
            </a:r>
          </a:p>
        </p:txBody>
      </p:sp>
      <p:sp>
        <p:nvSpPr>
          <p:cNvPr id="12" name="plus|vertical in|entr">
            <a:extLst>
              <a:ext uri="{FF2B5EF4-FFF2-40B4-BE49-F238E27FC236}">
                <a16:creationId xmlns:a16="http://schemas.microsoft.com/office/drawing/2014/main" id="{F4011C9A-CCC4-BA58-D6B1-B8FF4A3C4CC9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plus|vertical in|entr</a:t>
            </a:r>
          </a:p>
        </p:txBody>
      </p:sp>
      <p:sp>
        <p:nvSpPr>
          <p:cNvPr id="13" name="plus|vertical out|entr">
            <a:extLst>
              <a:ext uri="{FF2B5EF4-FFF2-40B4-BE49-F238E27FC236}">
                <a16:creationId xmlns:a16="http://schemas.microsoft.com/office/drawing/2014/main" id="{2DDB8507-F815-C093-D6F1-B35888839675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plus|vertical out|entr</a:t>
            </a:r>
          </a:p>
        </p:txBody>
      </p:sp>
      <p:sp>
        <p:nvSpPr>
          <p:cNvPr id="14" name="plus|center|entr">
            <a:extLst>
              <a:ext uri="{FF2B5EF4-FFF2-40B4-BE49-F238E27FC236}">
                <a16:creationId xmlns:a16="http://schemas.microsoft.com/office/drawing/2014/main" id="{A30218C9-DED9-5B97-5903-7FECBCEC5042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plus|center|entr</a:t>
            </a:r>
          </a:p>
        </p:txBody>
      </p:sp>
      <p:sp>
        <p:nvSpPr>
          <p:cNvPr id="15" name="plus|slightly|entr">
            <a:extLst>
              <a:ext uri="{FF2B5EF4-FFF2-40B4-BE49-F238E27FC236}">
                <a16:creationId xmlns:a16="http://schemas.microsoft.com/office/drawing/2014/main" id="{574BF9C0-1079-2DF8-86F8-1C2EC3FFF698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plus|slightly|entr</a:t>
            </a:r>
          </a:p>
        </p:txBody>
      </p:sp>
      <p:sp>
        <p:nvSpPr>
          <p:cNvPr id="16" name="plus|in slightly|entr">
            <a:extLst>
              <a:ext uri="{FF2B5EF4-FFF2-40B4-BE49-F238E27FC236}">
                <a16:creationId xmlns:a16="http://schemas.microsoft.com/office/drawing/2014/main" id="{6C0CD7D4-C6F3-CE54-5261-8EBF08F81D79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plus|in slightly|entr</a:t>
            </a:r>
          </a:p>
        </p:txBody>
      </p:sp>
      <p:sp>
        <p:nvSpPr>
          <p:cNvPr id="17" name="plus|in center|entr">
            <a:extLst>
              <a:ext uri="{FF2B5EF4-FFF2-40B4-BE49-F238E27FC236}">
                <a16:creationId xmlns:a16="http://schemas.microsoft.com/office/drawing/2014/main" id="{50E696C7-25DF-80F6-9269-202A6D2E1A0A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plus|in center|entr</a:t>
            </a:r>
          </a:p>
        </p:txBody>
      </p:sp>
      <p:sp>
        <p:nvSpPr>
          <p:cNvPr id="18" name="plus|in bottom|entr">
            <a:extLst>
              <a:ext uri="{FF2B5EF4-FFF2-40B4-BE49-F238E27FC236}">
                <a16:creationId xmlns:a16="http://schemas.microsoft.com/office/drawing/2014/main" id="{5B847CA2-B78D-A98A-EAD3-6EC7E9CDC452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plus|in bottom|entr</a:t>
            </a:r>
          </a:p>
        </p:txBody>
      </p:sp>
      <p:sp>
        <p:nvSpPr>
          <p:cNvPr id="19" name="plus|out slightly|entr">
            <a:extLst>
              <a:ext uri="{FF2B5EF4-FFF2-40B4-BE49-F238E27FC236}">
                <a16:creationId xmlns:a16="http://schemas.microsoft.com/office/drawing/2014/main" id="{CCBE57EE-B0AD-A6B8-41E9-11D44CC140E6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plus|out slightly|entr</a:t>
            </a:r>
          </a:p>
        </p:txBody>
      </p:sp>
      <p:sp>
        <p:nvSpPr>
          <p:cNvPr id="20" name="plus|out center|entr">
            <a:extLst>
              <a:ext uri="{FF2B5EF4-FFF2-40B4-BE49-F238E27FC236}">
                <a16:creationId xmlns:a16="http://schemas.microsoft.com/office/drawing/2014/main" id="{74029148-5613-1F14-5459-3119DE485949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plus|out center|entr</a:t>
            </a:r>
          </a:p>
        </p:txBody>
      </p:sp>
      <p:sp>
        <p:nvSpPr>
          <p:cNvPr id="21" name="plus|out bottom|entr">
            <a:extLst>
              <a:ext uri="{FF2B5EF4-FFF2-40B4-BE49-F238E27FC236}">
                <a16:creationId xmlns:a16="http://schemas.microsoft.com/office/drawing/2014/main" id="{81F23B25-DCBE-0B21-CF69-0F57E8D06A3C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plus|out bottom|entr</a:t>
            </a:r>
          </a:p>
        </p:txBody>
      </p:sp>
      <p:sp>
        <p:nvSpPr>
          <p:cNvPr id="22" name="plus||exit">
            <a:extLst>
              <a:ext uri="{FF2B5EF4-FFF2-40B4-BE49-F238E27FC236}">
                <a16:creationId xmlns:a16="http://schemas.microsoft.com/office/drawing/2014/main" id="{5129304A-1040-D958-809F-9552599532CD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plus||exit</a:t>
            </a:r>
          </a:p>
        </p:txBody>
      </p:sp>
      <p:sp>
        <p:nvSpPr>
          <p:cNvPr id="23" name="plus|up|exit">
            <a:extLst>
              <a:ext uri="{FF2B5EF4-FFF2-40B4-BE49-F238E27FC236}">
                <a16:creationId xmlns:a16="http://schemas.microsoft.com/office/drawing/2014/main" id="{C1220AE3-5F7D-250D-F44C-CC89E308A60A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plus|up|exit</a:t>
            </a:r>
          </a:p>
        </p:txBody>
      </p:sp>
      <p:sp>
        <p:nvSpPr>
          <p:cNvPr id="24" name="plus|right|exit">
            <a:extLst>
              <a:ext uri="{FF2B5EF4-FFF2-40B4-BE49-F238E27FC236}">
                <a16:creationId xmlns:a16="http://schemas.microsoft.com/office/drawing/2014/main" id="{9D208352-4F04-58D4-DC28-1E90E6719B2D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plus|right|exit</a:t>
            </a:r>
          </a:p>
        </p:txBody>
      </p:sp>
      <p:sp>
        <p:nvSpPr>
          <p:cNvPr id="25" name="plus|down|exit">
            <a:extLst>
              <a:ext uri="{FF2B5EF4-FFF2-40B4-BE49-F238E27FC236}">
                <a16:creationId xmlns:a16="http://schemas.microsoft.com/office/drawing/2014/main" id="{D352C39D-8950-0949-887F-C913CE7B56EF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plus|down|exit</a:t>
            </a:r>
          </a:p>
        </p:txBody>
      </p:sp>
      <p:sp>
        <p:nvSpPr>
          <p:cNvPr id="26" name="plus|left|exit">
            <a:extLst>
              <a:ext uri="{FF2B5EF4-FFF2-40B4-BE49-F238E27FC236}">
                <a16:creationId xmlns:a16="http://schemas.microsoft.com/office/drawing/2014/main" id="{4C9CB1DC-5F98-A75F-C7F7-2A07EDDBB621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plus|left|exit</a:t>
            </a:r>
          </a:p>
        </p:txBody>
      </p:sp>
      <p:sp>
        <p:nvSpPr>
          <p:cNvPr id="27" name="plus|up left|exit">
            <a:extLst>
              <a:ext uri="{FF2B5EF4-FFF2-40B4-BE49-F238E27FC236}">
                <a16:creationId xmlns:a16="http://schemas.microsoft.com/office/drawing/2014/main" id="{0758F1EA-CA1B-469C-24D5-03B836AB7C13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plus|up left|exit</a:t>
            </a:r>
          </a:p>
        </p:txBody>
      </p:sp>
      <p:sp>
        <p:nvSpPr>
          <p:cNvPr id="28" name="plus|up right|exit">
            <a:extLst>
              <a:ext uri="{FF2B5EF4-FFF2-40B4-BE49-F238E27FC236}">
                <a16:creationId xmlns:a16="http://schemas.microsoft.com/office/drawing/2014/main" id="{B58301EE-9873-2678-32EF-49A66A14E1D6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plus|up right|exit</a:t>
            </a:r>
          </a:p>
        </p:txBody>
      </p:sp>
      <p:sp>
        <p:nvSpPr>
          <p:cNvPr id="29" name="plus|down right|exit">
            <a:extLst>
              <a:ext uri="{FF2B5EF4-FFF2-40B4-BE49-F238E27FC236}">
                <a16:creationId xmlns:a16="http://schemas.microsoft.com/office/drawing/2014/main" id="{B5D829C0-F153-F04C-04B3-483E24034BFC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plus|down right|exit</a:t>
            </a:r>
          </a:p>
        </p:txBody>
      </p:sp>
      <p:sp>
        <p:nvSpPr>
          <p:cNvPr id="30" name="plus|down left|exit">
            <a:extLst>
              <a:ext uri="{FF2B5EF4-FFF2-40B4-BE49-F238E27FC236}">
                <a16:creationId xmlns:a16="http://schemas.microsoft.com/office/drawing/2014/main" id="{25F93AA9-D6F1-0314-45E8-5DB0F95E03C9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plus|down left|exit</a:t>
            </a:r>
          </a:p>
        </p:txBody>
      </p:sp>
      <p:sp>
        <p:nvSpPr>
          <p:cNvPr id="31" name="plus|out|exit">
            <a:extLst>
              <a:ext uri="{FF2B5EF4-FFF2-40B4-BE49-F238E27FC236}">
                <a16:creationId xmlns:a16="http://schemas.microsoft.com/office/drawing/2014/main" id="{22DB4155-A5A9-0AAC-F9F6-B06A0BDCBB92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plus|out|exit</a:t>
            </a:r>
          </a:p>
        </p:txBody>
      </p:sp>
      <p:sp>
        <p:nvSpPr>
          <p:cNvPr id="32" name="plus|clockwise|exit">
            <a:extLst>
              <a:ext uri="{FF2B5EF4-FFF2-40B4-BE49-F238E27FC236}">
                <a16:creationId xmlns:a16="http://schemas.microsoft.com/office/drawing/2014/main" id="{9704B1B1-955D-B2E0-A1EC-385B21F0AD44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plus|clockwise|exit</a:t>
            </a:r>
          </a:p>
        </p:txBody>
      </p:sp>
      <p:sp>
        <p:nvSpPr>
          <p:cNvPr id="33" name="plus|counterclockwise|exit">
            <a:extLst>
              <a:ext uri="{FF2B5EF4-FFF2-40B4-BE49-F238E27FC236}">
                <a16:creationId xmlns:a16="http://schemas.microsoft.com/office/drawing/2014/main" id="{C4341D3E-4AA1-6D88-4299-F38A47B28827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plus|counterclockwise|exit</a:t>
            </a:r>
          </a:p>
        </p:txBody>
      </p:sp>
      <p:sp>
        <p:nvSpPr>
          <p:cNvPr id="34" name="plus|horizontal in|exit">
            <a:extLst>
              <a:ext uri="{FF2B5EF4-FFF2-40B4-BE49-F238E27FC236}">
                <a16:creationId xmlns:a16="http://schemas.microsoft.com/office/drawing/2014/main" id="{73E99671-6DCC-8078-37E1-FC6DA4B524D7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plus|horizontal in|exit</a:t>
            </a:r>
          </a:p>
        </p:txBody>
      </p:sp>
      <p:sp>
        <p:nvSpPr>
          <p:cNvPr id="35" name="plus|horizontal out|exit">
            <a:extLst>
              <a:ext uri="{FF2B5EF4-FFF2-40B4-BE49-F238E27FC236}">
                <a16:creationId xmlns:a16="http://schemas.microsoft.com/office/drawing/2014/main" id="{1768C1D7-0D31-34AC-BB7E-729F440B9D2C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plus|horizontal out|exit</a:t>
            </a:r>
          </a:p>
        </p:txBody>
      </p:sp>
      <p:sp>
        <p:nvSpPr>
          <p:cNvPr id="36" name="plus|vertical in|exit">
            <a:extLst>
              <a:ext uri="{FF2B5EF4-FFF2-40B4-BE49-F238E27FC236}">
                <a16:creationId xmlns:a16="http://schemas.microsoft.com/office/drawing/2014/main" id="{50BD9821-0C8C-5CC8-ECAA-F5809730E798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plus|vertical in|exit</a:t>
            </a:r>
          </a:p>
        </p:txBody>
      </p:sp>
      <p:sp>
        <p:nvSpPr>
          <p:cNvPr id="37" name="plus|vertical out|exit">
            <a:extLst>
              <a:ext uri="{FF2B5EF4-FFF2-40B4-BE49-F238E27FC236}">
                <a16:creationId xmlns:a16="http://schemas.microsoft.com/office/drawing/2014/main" id="{B8C732F3-EE8E-7F1D-8817-68D7DAEB7F87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plus|vertical out|exit</a:t>
            </a:r>
          </a:p>
        </p:txBody>
      </p:sp>
      <p:sp>
        <p:nvSpPr>
          <p:cNvPr id="38" name="plus|center|exit">
            <a:extLst>
              <a:ext uri="{FF2B5EF4-FFF2-40B4-BE49-F238E27FC236}">
                <a16:creationId xmlns:a16="http://schemas.microsoft.com/office/drawing/2014/main" id="{E226D413-66DD-C6DC-6208-64E6A18ECDB6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plus|center|exit</a:t>
            </a:r>
          </a:p>
        </p:txBody>
      </p:sp>
      <p:sp>
        <p:nvSpPr>
          <p:cNvPr id="39" name="plus|slightly|exit">
            <a:extLst>
              <a:ext uri="{FF2B5EF4-FFF2-40B4-BE49-F238E27FC236}">
                <a16:creationId xmlns:a16="http://schemas.microsoft.com/office/drawing/2014/main" id="{EC9AA513-E3B8-A778-8174-BF638E3B5EF1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plus|slightly|exit</a:t>
            </a:r>
          </a:p>
        </p:txBody>
      </p:sp>
      <p:sp>
        <p:nvSpPr>
          <p:cNvPr id="40" name="plus|in slightly|exit">
            <a:extLst>
              <a:ext uri="{FF2B5EF4-FFF2-40B4-BE49-F238E27FC236}">
                <a16:creationId xmlns:a16="http://schemas.microsoft.com/office/drawing/2014/main" id="{4BEA34C8-9D0A-85F2-17F7-10504BDDEB36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plus|in slightly|exit</a:t>
            </a:r>
          </a:p>
        </p:txBody>
      </p:sp>
      <p:sp>
        <p:nvSpPr>
          <p:cNvPr id="41" name="plus|in center|exit">
            <a:extLst>
              <a:ext uri="{FF2B5EF4-FFF2-40B4-BE49-F238E27FC236}">
                <a16:creationId xmlns:a16="http://schemas.microsoft.com/office/drawing/2014/main" id="{5204428B-1289-31B1-4CF5-555335BA9CA0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plus|in center|exit</a:t>
            </a:r>
          </a:p>
        </p:txBody>
      </p:sp>
    </p:spTree>
    <p:extLst>
      <p:ext uri="{BB962C8B-B14F-4D97-AF65-F5344CB8AC3E}">
        <p14:creationId xmlns:p14="http://schemas.microsoft.com/office/powerpoint/2010/main" val="33722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3" presetClass="entr" presetSubtype="6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3" presetClass="entr" presetSubtype="1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3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3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3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3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3" presetClass="entr" presetSubtype="5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6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3" presetClass="entr" presetSubtype="25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7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8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3" presetClass="entr" presetSubtype="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8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9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3" presetClass="entr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9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0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in)">
                                      <p:cBhvr>
                                        <p:cTn id="10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3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3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3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3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2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3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3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3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3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3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4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3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4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5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3" presetClass="exit" presetSubtype="6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56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3" presetClass="exit" presetSubtype="1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6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3" presetClass="exit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6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3" presetClass="exit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7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3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7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3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8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3" presetClass="exit" presetSubtype="5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8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3" presetClass="exit" presetSubtype="25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9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3" presetClass="exit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9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3" presetClass="exit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20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us|in bottom|exit">
            <a:extLst>
              <a:ext uri="{FF2B5EF4-FFF2-40B4-BE49-F238E27FC236}">
                <a16:creationId xmlns:a16="http://schemas.microsoft.com/office/drawing/2014/main" id="{AA8A8FAF-4B66-6603-7E9C-A124BB7C6DD7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plus|in bottom|exit</a:t>
            </a:r>
          </a:p>
        </p:txBody>
      </p:sp>
      <p:sp>
        <p:nvSpPr>
          <p:cNvPr id="3" name="plus|out slightly|exit">
            <a:extLst>
              <a:ext uri="{FF2B5EF4-FFF2-40B4-BE49-F238E27FC236}">
                <a16:creationId xmlns:a16="http://schemas.microsoft.com/office/drawing/2014/main" id="{ABA0EF76-6609-EBC9-3EBE-93C086242895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plus|out slightly|exit</a:t>
            </a:r>
          </a:p>
        </p:txBody>
      </p:sp>
      <p:sp>
        <p:nvSpPr>
          <p:cNvPr id="4" name="plus|out center|exit">
            <a:extLst>
              <a:ext uri="{FF2B5EF4-FFF2-40B4-BE49-F238E27FC236}">
                <a16:creationId xmlns:a16="http://schemas.microsoft.com/office/drawing/2014/main" id="{AE0E9E31-8A8F-6F8B-19CE-6B2CFE580D5D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plus|out center|exit</a:t>
            </a:r>
          </a:p>
        </p:txBody>
      </p:sp>
      <p:sp>
        <p:nvSpPr>
          <p:cNvPr id="5" name="plus|out bottom|exit">
            <a:extLst>
              <a:ext uri="{FF2B5EF4-FFF2-40B4-BE49-F238E27FC236}">
                <a16:creationId xmlns:a16="http://schemas.microsoft.com/office/drawing/2014/main" id="{75DA84CC-D297-8BDF-C903-4A8EAC38946A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plus|out bottom|exit</a:t>
            </a:r>
          </a:p>
        </p:txBody>
      </p:sp>
      <p:sp>
        <p:nvSpPr>
          <p:cNvPr id="6" name="random bars||entr">
            <a:extLst>
              <a:ext uri="{FF2B5EF4-FFF2-40B4-BE49-F238E27FC236}">
                <a16:creationId xmlns:a16="http://schemas.microsoft.com/office/drawing/2014/main" id="{83D97B2C-CB4B-DFED-B362-2565997B98C8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random bars||entr</a:t>
            </a:r>
          </a:p>
        </p:txBody>
      </p:sp>
      <p:sp>
        <p:nvSpPr>
          <p:cNvPr id="8" name="random bars||exit">
            <a:extLst>
              <a:ext uri="{FF2B5EF4-FFF2-40B4-BE49-F238E27FC236}">
                <a16:creationId xmlns:a16="http://schemas.microsoft.com/office/drawing/2014/main" id="{73D38F9A-524C-866F-307C-0E664B06610E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random bars||exit</a:t>
            </a:r>
          </a:p>
        </p:txBody>
      </p:sp>
      <p:sp>
        <p:nvSpPr>
          <p:cNvPr id="9" name="spiral||entr">
            <a:extLst>
              <a:ext uri="{FF2B5EF4-FFF2-40B4-BE49-F238E27FC236}">
                <a16:creationId xmlns:a16="http://schemas.microsoft.com/office/drawing/2014/main" id="{8052DA5B-1FAC-B3AE-1DB6-7F57E691DAC2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spiral||entr</a:t>
            </a:r>
          </a:p>
        </p:txBody>
      </p:sp>
      <p:sp>
        <p:nvSpPr>
          <p:cNvPr id="11" name="spiral||exit">
            <a:extLst>
              <a:ext uri="{FF2B5EF4-FFF2-40B4-BE49-F238E27FC236}">
                <a16:creationId xmlns:a16="http://schemas.microsoft.com/office/drawing/2014/main" id="{B883435F-6BF2-2C3F-203A-C152B143063C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spiral||exit</a:t>
            </a:r>
          </a:p>
        </p:txBody>
      </p:sp>
      <p:sp>
        <p:nvSpPr>
          <p:cNvPr id="12" name="split||entr">
            <a:extLst>
              <a:ext uri="{FF2B5EF4-FFF2-40B4-BE49-F238E27FC236}">
                <a16:creationId xmlns:a16="http://schemas.microsoft.com/office/drawing/2014/main" id="{E299EFF7-0D79-6FA0-081C-4C7434C1AFAA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split||entr</a:t>
            </a:r>
          </a:p>
        </p:txBody>
      </p:sp>
      <p:sp>
        <p:nvSpPr>
          <p:cNvPr id="14" name="split|horizontal in|entr">
            <a:extLst>
              <a:ext uri="{FF2B5EF4-FFF2-40B4-BE49-F238E27FC236}">
                <a16:creationId xmlns:a16="http://schemas.microsoft.com/office/drawing/2014/main" id="{90B780F3-5F71-7017-739D-F04A7D4A7937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split|horizontal in|entr</a:t>
            </a:r>
          </a:p>
        </p:txBody>
      </p:sp>
      <p:sp>
        <p:nvSpPr>
          <p:cNvPr id="15" name="split|horizontal out|entr">
            <a:extLst>
              <a:ext uri="{FF2B5EF4-FFF2-40B4-BE49-F238E27FC236}">
                <a16:creationId xmlns:a16="http://schemas.microsoft.com/office/drawing/2014/main" id="{5120496D-39CA-A0FD-CA3E-67F76F47C5F0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split|horizontal out|entr</a:t>
            </a:r>
          </a:p>
        </p:txBody>
      </p:sp>
      <p:sp>
        <p:nvSpPr>
          <p:cNvPr id="16" name="split|vertical out|entr">
            <a:extLst>
              <a:ext uri="{FF2B5EF4-FFF2-40B4-BE49-F238E27FC236}">
                <a16:creationId xmlns:a16="http://schemas.microsoft.com/office/drawing/2014/main" id="{1BB2DF99-97D3-3C32-B8E4-F3A85C8892B5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split|vertical out|entr</a:t>
            </a:r>
          </a:p>
        </p:txBody>
      </p:sp>
      <p:sp>
        <p:nvSpPr>
          <p:cNvPr id="17" name="split||exit">
            <a:extLst>
              <a:ext uri="{FF2B5EF4-FFF2-40B4-BE49-F238E27FC236}">
                <a16:creationId xmlns:a16="http://schemas.microsoft.com/office/drawing/2014/main" id="{7EBA3B9A-23C1-70CB-44BE-C05A54A84B18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split||exit</a:t>
            </a:r>
          </a:p>
        </p:txBody>
      </p:sp>
      <p:sp>
        <p:nvSpPr>
          <p:cNvPr id="18" name="split|horizontal in|exit">
            <a:extLst>
              <a:ext uri="{FF2B5EF4-FFF2-40B4-BE49-F238E27FC236}">
                <a16:creationId xmlns:a16="http://schemas.microsoft.com/office/drawing/2014/main" id="{804E7A18-4142-E7AF-C750-038F5C9A71C6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split|horizontal in|exit</a:t>
            </a:r>
          </a:p>
        </p:txBody>
      </p:sp>
      <p:sp>
        <p:nvSpPr>
          <p:cNvPr id="19" name="split|horizontal out|exit">
            <a:extLst>
              <a:ext uri="{FF2B5EF4-FFF2-40B4-BE49-F238E27FC236}">
                <a16:creationId xmlns:a16="http://schemas.microsoft.com/office/drawing/2014/main" id="{794CBC98-5B3B-FC0D-E641-BA2AEC979BB3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split|horizontal out|exit</a:t>
            </a:r>
          </a:p>
        </p:txBody>
      </p:sp>
      <p:sp>
        <p:nvSpPr>
          <p:cNvPr id="20" name="split|vertical out|exit">
            <a:extLst>
              <a:ext uri="{FF2B5EF4-FFF2-40B4-BE49-F238E27FC236}">
                <a16:creationId xmlns:a16="http://schemas.microsoft.com/office/drawing/2014/main" id="{420F075C-42FE-AA61-CFCE-BA0C559AA64C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split|vertical out|exit</a:t>
            </a:r>
          </a:p>
        </p:txBody>
      </p:sp>
      <p:sp>
        <p:nvSpPr>
          <p:cNvPr id="21" name="stretch||entr">
            <a:extLst>
              <a:ext uri="{FF2B5EF4-FFF2-40B4-BE49-F238E27FC236}">
                <a16:creationId xmlns:a16="http://schemas.microsoft.com/office/drawing/2014/main" id="{9AF4212E-CFC8-15B6-D5B4-DD423D9C31B3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stretch||entr</a:t>
            </a:r>
          </a:p>
        </p:txBody>
      </p:sp>
      <p:sp>
        <p:nvSpPr>
          <p:cNvPr id="23" name="stretch|up|entr">
            <a:extLst>
              <a:ext uri="{FF2B5EF4-FFF2-40B4-BE49-F238E27FC236}">
                <a16:creationId xmlns:a16="http://schemas.microsoft.com/office/drawing/2014/main" id="{FB63AC61-7CF0-2009-6053-B9C143EC00CC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stretch|up|entr</a:t>
            </a:r>
          </a:p>
        </p:txBody>
      </p:sp>
      <p:sp>
        <p:nvSpPr>
          <p:cNvPr id="24" name="stretch|right|entr">
            <a:extLst>
              <a:ext uri="{FF2B5EF4-FFF2-40B4-BE49-F238E27FC236}">
                <a16:creationId xmlns:a16="http://schemas.microsoft.com/office/drawing/2014/main" id="{93FB962A-957C-3716-C4BE-E3C91CFE196A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stretch|right|entr</a:t>
            </a:r>
          </a:p>
        </p:txBody>
      </p:sp>
      <p:sp>
        <p:nvSpPr>
          <p:cNvPr id="25" name="stretch|down|entr">
            <a:extLst>
              <a:ext uri="{FF2B5EF4-FFF2-40B4-BE49-F238E27FC236}">
                <a16:creationId xmlns:a16="http://schemas.microsoft.com/office/drawing/2014/main" id="{E1B062B2-2D86-352C-582B-0104AFEC934D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stretch|down|entr</a:t>
            </a:r>
          </a:p>
        </p:txBody>
      </p:sp>
      <p:sp>
        <p:nvSpPr>
          <p:cNvPr id="26" name="stretch|left|entr">
            <a:extLst>
              <a:ext uri="{FF2B5EF4-FFF2-40B4-BE49-F238E27FC236}">
                <a16:creationId xmlns:a16="http://schemas.microsoft.com/office/drawing/2014/main" id="{3603F44A-5170-1FBF-B687-8AA91D1E2844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stretch|left|entr</a:t>
            </a:r>
          </a:p>
        </p:txBody>
      </p:sp>
      <p:sp>
        <p:nvSpPr>
          <p:cNvPr id="27" name="stretch||exit">
            <a:extLst>
              <a:ext uri="{FF2B5EF4-FFF2-40B4-BE49-F238E27FC236}">
                <a16:creationId xmlns:a16="http://schemas.microsoft.com/office/drawing/2014/main" id="{6F488835-09B0-2AD0-461D-F22771FE68F4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stretch||exit</a:t>
            </a:r>
          </a:p>
        </p:txBody>
      </p:sp>
      <p:sp>
        <p:nvSpPr>
          <p:cNvPr id="28" name="stretch|up|exit">
            <a:extLst>
              <a:ext uri="{FF2B5EF4-FFF2-40B4-BE49-F238E27FC236}">
                <a16:creationId xmlns:a16="http://schemas.microsoft.com/office/drawing/2014/main" id="{B17C74E2-D351-A9BE-1C4C-CE74EBD41824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stretch|up|exit</a:t>
            </a:r>
          </a:p>
        </p:txBody>
      </p:sp>
      <p:sp>
        <p:nvSpPr>
          <p:cNvPr id="29" name="stretch|right|exit">
            <a:extLst>
              <a:ext uri="{FF2B5EF4-FFF2-40B4-BE49-F238E27FC236}">
                <a16:creationId xmlns:a16="http://schemas.microsoft.com/office/drawing/2014/main" id="{5ADBD956-17BA-F1EF-6282-81759AA0FC18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stretch|right|exit</a:t>
            </a:r>
          </a:p>
        </p:txBody>
      </p:sp>
      <p:sp>
        <p:nvSpPr>
          <p:cNvPr id="30" name="stretch|down|exit">
            <a:extLst>
              <a:ext uri="{FF2B5EF4-FFF2-40B4-BE49-F238E27FC236}">
                <a16:creationId xmlns:a16="http://schemas.microsoft.com/office/drawing/2014/main" id="{16F56D94-40A7-CEB4-71D3-4E74F5FA1D78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stretch|down|exit</a:t>
            </a:r>
          </a:p>
        </p:txBody>
      </p:sp>
      <p:sp>
        <p:nvSpPr>
          <p:cNvPr id="31" name="stretch|left|exit">
            <a:extLst>
              <a:ext uri="{FF2B5EF4-FFF2-40B4-BE49-F238E27FC236}">
                <a16:creationId xmlns:a16="http://schemas.microsoft.com/office/drawing/2014/main" id="{7F959BDD-BB22-56E6-E5EB-AE6DCFF37C43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stretch|left|exit</a:t>
            </a:r>
          </a:p>
        </p:txBody>
      </p:sp>
      <p:sp>
        <p:nvSpPr>
          <p:cNvPr id="32" name="strips||entr">
            <a:extLst>
              <a:ext uri="{FF2B5EF4-FFF2-40B4-BE49-F238E27FC236}">
                <a16:creationId xmlns:a16="http://schemas.microsoft.com/office/drawing/2014/main" id="{B18AF8BA-FB9C-D6ED-32A1-25F56960C51A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strips||entr</a:t>
            </a:r>
          </a:p>
        </p:txBody>
      </p:sp>
      <p:sp>
        <p:nvSpPr>
          <p:cNvPr id="34" name="strips|up left|entr">
            <a:extLst>
              <a:ext uri="{FF2B5EF4-FFF2-40B4-BE49-F238E27FC236}">
                <a16:creationId xmlns:a16="http://schemas.microsoft.com/office/drawing/2014/main" id="{EFE4B442-4ADC-C499-8B0D-865D932D7050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strips|up left|entr</a:t>
            </a:r>
          </a:p>
        </p:txBody>
      </p:sp>
      <p:sp>
        <p:nvSpPr>
          <p:cNvPr id="35" name="strips|up right|entr">
            <a:extLst>
              <a:ext uri="{FF2B5EF4-FFF2-40B4-BE49-F238E27FC236}">
                <a16:creationId xmlns:a16="http://schemas.microsoft.com/office/drawing/2014/main" id="{476E6814-588B-528A-A9CA-3EC687DAE2B4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strips|up right|entr</a:t>
            </a:r>
          </a:p>
        </p:txBody>
      </p:sp>
      <p:sp>
        <p:nvSpPr>
          <p:cNvPr id="36" name="strips|down right|entr">
            <a:extLst>
              <a:ext uri="{FF2B5EF4-FFF2-40B4-BE49-F238E27FC236}">
                <a16:creationId xmlns:a16="http://schemas.microsoft.com/office/drawing/2014/main" id="{ADE3B746-2E53-8168-0D11-CEBD11220DA5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strips|down right|entr</a:t>
            </a:r>
          </a:p>
        </p:txBody>
      </p:sp>
      <p:sp>
        <p:nvSpPr>
          <p:cNvPr id="37" name="strips||exit">
            <a:extLst>
              <a:ext uri="{FF2B5EF4-FFF2-40B4-BE49-F238E27FC236}">
                <a16:creationId xmlns:a16="http://schemas.microsoft.com/office/drawing/2014/main" id="{D039AD06-EE96-4EC3-EE54-92496A6854D0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strips||exit</a:t>
            </a:r>
          </a:p>
        </p:txBody>
      </p:sp>
      <p:sp>
        <p:nvSpPr>
          <p:cNvPr id="38" name="strips|up left|exit">
            <a:extLst>
              <a:ext uri="{FF2B5EF4-FFF2-40B4-BE49-F238E27FC236}">
                <a16:creationId xmlns:a16="http://schemas.microsoft.com/office/drawing/2014/main" id="{C949767C-0132-F13D-7971-EB45F5AE2679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strips|up left|exit</a:t>
            </a:r>
          </a:p>
        </p:txBody>
      </p:sp>
      <p:sp>
        <p:nvSpPr>
          <p:cNvPr id="39" name="strips|up right|exit">
            <a:extLst>
              <a:ext uri="{FF2B5EF4-FFF2-40B4-BE49-F238E27FC236}">
                <a16:creationId xmlns:a16="http://schemas.microsoft.com/office/drawing/2014/main" id="{BEC68606-7EDC-204B-F662-3A0F5CF2862F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strips|up right|exit</a:t>
            </a:r>
          </a:p>
        </p:txBody>
      </p:sp>
      <p:sp>
        <p:nvSpPr>
          <p:cNvPr id="40" name="strips|down right|exit">
            <a:extLst>
              <a:ext uri="{FF2B5EF4-FFF2-40B4-BE49-F238E27FC236}">
                <a16:creationId xmlns:a16="http://schemas.microsoft.com/office/drawing/2014/main" id="{5DCA0F56-7955-427E-4345-3E5EDAB01C27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strips|down right|exit</a:t>
            </a:r>
          </a:p>
        </p:txBody>
      </p:sp>
      <p:sp>
        <p:nvSpPr>
          <p:cNvPr id="41" name="swivel||entr">
            <a:extLst>
              <a:ext uri="{FF2B5EF4-FFF2-40B4-BE49-F238E27FC236}">
                <a16:creationId xmlns:a16="http://schemas.microsoft.com/office/drawing/2014/main" id="{47E95CCC-BF4F-C448-95E6-1718DF948B7F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swivel||entr</a:t>
            </a:r>
          </a:p>
        </p:txBody>
      </p:sp>
      <p:sp>
        <p:nvSpPr>
          <p:cNvPr id="43" name="swivel||exit">
            <a:extLst>
              <a:ext uri="{FF2B5EF4-FFF2-40B4-BE49-F238E27FC236}">
                <a16:creationId xmlns:a16="http://schemas.microsoft.com/office/drawing/2014/main" id="{C9DC5BE4-28B6-6C2C-4384-FD27F1ACF873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swivel||exit</a:t>
            </a:r>
          </a:p>
        </p:txBody>
      </p:sp>
      <p:sp>
        <p:nvSpPr>
          <p:cNvPr id="44" name="wedge||entr">
            <a:extLst>
              <a:ext uri="{FF2B5EF4-FFF2-40B4-BE49-F238E27FC236}">
                <a16:creationId xmlns:a16="http://schemas.microsoft.com/office/drawing/2014/main" id="{F47C793C-D201-90A8-0100-3BBCB03C3FB4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wedge||entr</a:t>
            </a:r>
          </a:p>
        </p:txBody>
      </p:sp>
      <p:sp>
        <p:nvSpPr>
          <p:cNvPr id="46" name="wedge||exit">
            <a:extLst>
              <a:ext uri="{FF2B5EF4-FFF2-40B4-BE49-F238E27FC236}">
                <a16:creationId xmlns:a16="http://schemas.microsoft.com/office/drawing/2014/main" id="{64277F88-9F54-1FAB-0CFF-08C6D3D93613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wedge||exit</a:t>
            </a:r>
          </a:p>
        </p:txBody>
      </p:sp>
      <p:sp>
        <p:nvSpPr>
          <p:cNvPr id="47" name="wheel||entr">
            <a:extLst>
              <a:ext uri="{FF2B5EF4-FFF2-40B4-BE49-F238E27FC236}">
                <a16:creationId xmlns:a16="http://schemas.microsoft.com/office/drawing/2014/main" id="{4AC709A8-55BB-B5D8-7DC9-ED8216FA9FEE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wheel||entr</a:t>
            </a:r>
          </a:p>
        </p:txBody>
      </p:sp>
      <p:sp>
        <p:nvSpPr>
          <p:cNvPr id="49" name="wheel||exit">
            <a:extLst>
              <a:ext uri="{FF2B5EF4-FFF2-40B4-BE49-F238E27FC236}">
                <a16:creationId xmlns:a16="http://schemas.microsoft.com/office/drawing/2014/main" id="{594EDADB-2721-5C70-8ED5-0E847B14E31C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wheel||exit</a:t>
            </a:r>
          </a:p>
        </p:txBody>
      </p:sp>
    </p:spTree>
    <p:extLst>
      <p:ext uri="{BB962C8B-B14F-4D97-AF65-F5344CB8AC3E}">
        <p14:creationId xmlns:p14="http://schemas.microsoft.com/office/powerpoint/2010/main" val="72929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xit" presetSubtype="2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xit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xit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xit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xit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xit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Horizontal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8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1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8" presetClass="exit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upLeft)">
                                      <p:cBhvr>
                                        <p:cTn id="1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8" presetClass="exit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upRight)">
                                      <p:cBhvr>
                                        <p:cTn id="1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8" presetClass="exit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Right)">
                                      <p:cBhvr>
                                        <p:cTn id="2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9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4" dur="5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25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1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3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6" grpId="0" animBg="1"/>
      <p:bldP spid="47" grpId="0" animBg="1"/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ipe||entr">
            <a:extLst>
              <a:ext uri="{FF2B5EF4-FFF2-40B4-BE49-F238E27FC236}">
                <a16:creationId xmlns:a16="http://schemas.microsoft.com/office/drawing/2014/main" id="{5B204C12-3EE3-C813-8300-1088F7BCB55A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wipe||entr</a:t>
            </a:r>
          </a:p>
        </p:txBody>
      </p:sp>
      <p:sp>
        <p:nvSpPr>
          <p:cNvPr id="4" name="wipe|up|entr">
            <a:extLst>
              <a:ext uri="{FF2B5EF4-FFF2-40B4-BE49-F238E27FC236}">
                <a16:creationId xmlns:a16="http://schemas.microsoft.com/office/drawing/2014/main" id="{61C8DC9C-AEE4-7B5D-732A-AC86DE2AD2D3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wipe|up|entr</a:t>
            </a:r>
          </a:p>
        </p:txBody>
      </p:sp>
      <p:sp>
        <p:nvSpPr>
          <p:cNvPr id="5" name="wipe|right|entr">
            <a:extLst>
              <a:ext uri="{FF2B5EF4-FFF2-40B4-BE49-F238E27FC236}">
                <a16:creationId xmlns:a16="http://schemas.microsoft.com/office/drawing/2014/main" id="{9C4D6079-6421-23F5-C88F-1AC08E6EF75A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wipe|right|entr</a:t>
            </a:r>
          </a:p>
        </p:txBody>
      </p:sp>
      <p:sp>
        <p:nvSpPr>
          <p:cNvPr id="6" name="wipe|left|entr">
            <a:extLst>
              <a:ext uri="{FF2B5EF4-FFF2-40B4-BE49-F238E27FC236}">
                <a16:creationId xmlns:a16="http://schemas.microsoft.com/office/drawing/2014/main" id="{FC4A27F6-04A0-C285-DEC0-4C7F5FAE0070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wipe|left|entr</a:t>
            </a:r>
          </a:p>
        </p:txBody>
      </p:sp>
      <p:sp>
        <p:nvSpPr>
          <p:cNvPr id="7" name="wipe||exit">
            <a:extLst>
              <a:ext uri="{FF2B5EF4-FFF2-40B4-BE49-F238E27FC236}">
                <a16:creationId xmlns:a16="http://schemas.microsoft.com/office/drawing/2014/main" id="{07D4A926-E924-65FD-5C7D-FED7B78058AF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wipe||exit</a:t>
            </a:r>
          </a:p>
        </p:txBody>
      </p:sp>
      <p:sp>
        <p:nvSpPr>
          <p:cNvPr id="8" name="wipe|up|exit">
            <a:extLst>
              <a:ext uri="{FF2B5EF4-FFF2-40B4-BE49-F238E27FC236}">
                <a16:creationId xmlns:a16="http://schemas.microsoft.com/office/drawing/2014/main" id="{E159D236-9EBF-C23E-228A-211CC9CA1C4C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wipe|up|exit</a:t>
            </a:r>
          </a:p>
        </p:txBody>
      </p:sp>
      <p:sp>
        <p:nvSpPr>
          <p:cNvPr id="9" name="wipe|right|exit">
            <a:extLst>
              <a:ext uri="{FF2B5EF4-FFF2-40B4-BE49-F238E27FC236}">
                <a16:creationId xmlns:a16="http://schemas.microsoft.com/office/drawing/2014/main" id="{B6378440-22AE-D018-39B7-04DE341B3DE5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wipe|right|exit</a:t>
            </a:r>
          </a:p>
        </p:txBody>
      </p:sp>
      <p:sp>
        <p:nvSpPr>
          <p:cNvPr id="10" name="wipe|left|exit">
            <a:extLst>
              <a:ext uri="{FF2B5EF4-FFF2-40B4-BE49-F238E27FC236}">
                <a16:creationId xmlns:a16="http://schemas.microsoft.com/office/drawing/2014/main" id="{BC0B3EDE-3291-A12E-A71A-11769AAEC650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wipe|left|exit</a:t>
            </a:r>
          </a:p>
        </p:txBody>
      </p:sp>
      <p:sp>
        <p:nvSpPr>
          <p:cNvPr id="11" name="zoom||entr">
            <a:extLst>
              <a:ext uri="{FF2B5EF4-FFF2-40B4-BE49-F238E27FC236}">
                <a16:creationId xmlns:a16="http://schemas.microsoft.com/office/drawing/2014/main" id="{3D931E19-5097-5C14-B9F2-212B8EE487FC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zoom||entr</a:t>
            </a:r>
          </a:p>
        </p:txBody>
      </p:sp>
      <p:sp>
        <p:nvSpPr>
          <p:cNvPr id="13" name="zoom|out|entr">
            <a:extLst>
              <a:ext uri="{FF2B5EF4-FFF2-40B4-BE49-F238E27FC236}">
                <a16:creationId xmlns:a16="http://schemas.microsoft.com/office/drawing/2014/main" id="{DE82407E-D832-D7F1-AE58-4CDD32853BA9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zoom|out|entr</a:t>
            </a:r>
          </a:p>
        </p:txBody>
      </p:sp>
      <p:sp>
        <p:nvSpPr>
          <p:cNvPr id="14" name="zoom|in slightly|entr">
            <a:extLst>
              <a:ext uri="{FF2B5EF4-FFF2-40B4-BE49-F238E27FC236}">
                <a16:creationId xmlns:a16="http://schemas.microsoft.com/office/drawing/2014/main" id="{DD9C6AE0-4595-FFBB-8C77-09DF32B1FB35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zoom|in slightly|entr</a:t>
            </a:r>
          </a:p>
        </p:txBody>
      </p:sp>
      <p:sp>
        <p:nvSpPr>
          <p:cNvPr id="15" name="zoom|in center|entr">
            <a:extLst>
              <a:ext uri="{FF2B5EF4-FFF2-40B4-BE49-F238E27FC236}">
                <a16:creationId xmlns:a16="http://schemas.microsoft.com/office/drawing/2014/main" id="{15926A0B-5177-4F29-5308-9FD77367B6B0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zoom|in center|entr</a:t>
            </a:r>
          </a:p>
        </p:txBody>
      </p:sp>
      <p:sp>
        <p:nvSpPr>
          <p:cNvPr id="16" name="zoom|out slightly|entr">
            <a:extLst>
              <a:ext uri="{FF2B5EF4-FFF2-40B4-BE49-F238E27FC236}">
                <a16:creationId xmlns:a16="http://schemas.microsoft.com/office/drawing/2014/main" id="{9B6A47FF-EAB0-55C1-EC6A-636461EF30E7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zoom|out slightly|entr</a:t>
            </a:r>
          </a:p>
        </p:txBody>
      </p:sp>
      <p:sp>
        <p:nvSpPr>
          <p:cNvPr id="17" name="zoom|out bottom|entr">
            <a:extLst>
              <a:ext uri="{FF2B5EF4-FFF2-40B4-BE49-F238E27FC236}">
                <a16:creationId xmlns:a16="http://schemas.microsoft.com/office/drawing/2014/main" id="{C375692B-821C-3998-5D6D-6560B40B2F2F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zoom|out bottom|entr</a:t>
            </a:r>
          </a:p>
        </p:txBody>
      </p:sp>
      <p:sp>
        <p:nvSpPr>
          <p:cNvPr id="18" name="zoom||exit">
            <a:extLst>
              <a:ext uri="{FF2B5EF4-FFF2-40B4-BE49-F238E27FC236}">
                <a16:creationId xmlns:a16="http://schemas.microsoft.com/office/drawing/2014/main" id="{E31615A4-1200-DDEC-0AE9-1D43C4D8D894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zoom||exit</a:t>
            </a:r>
          </a:p>
        </p:txBody>
      </p:sp>
      <p:sp>
        <p:nvSpPr>
          <p:cNvPr id="19" name="zoom|out|exit">
            <a:extLst>
              <a:ext uri="{FF2B5EF4-FFF2-40B4-BE49-F238E27FC236}">
                <a16:creationId xmlns:a16="http://schemas.microsoft.com/office/drawing/2014/main" id="{46C32829-2E45-02D8-FF34-58C71EF1C23D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zoom|out|exit</a:t>
            </a:r>
          </a:p>
        </p:txBody>
      </p:sp>
      <p:sp>
        <p:nvSpPr>
          <p:cNvPr id="20" name="zoom|in slightly|exit">
            <a:extLst>
              <a:ext uri="{FF2B5EF4-FFF2-40B4-BE49-F238E27FC236}">
                <a16:creationId xmlns:a16="http://schemas.microsoft.com/office/drawing/2014/main" id="{DBC2B6BF-7692-33D7-46C1-29406E204D72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zoom|in slightly|exit</a:t>
            </a:r>
          </a:p>
        </p:txBody>
      </p:sp>
      <p:sp>
        <p:nvSpPr>
          <p:cNvPr id="21" name="zoom|in center|exit">
            <a:extLst>
              <a:ext uri="{FF2B5EF4-FFF2-40B4-BE49-F238E27FC236}">
                <a16:creationId xmlns:a16="http://schemas.microsoft.com/office/drawing/2014/main" id="{87EDCDE3-5A3A-E644-8ACF-2297BFF26BA0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zoom|in center|exit</a:t>
            </a:r>
          </a:p>
        </p:txBody>
      </p:sp>
      <p:sp>
        <p:nvSpPr>
          <p:cNvPr id="22" name="zoom|out slightly|exit">
            <a:extLst>
              <a:ext uri="{FF2B5EF4-FFF2-40B4-BE49-F238E27FC236}">
                <a16:creationId xmlns:a16="http://schemas.microsoft.com/office/drawing/2014/main" id="{E138CEDD-9EF5-F5D4-6150-9675FC40C2D2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zoom|out slightly|exit</a:t>
            </a:r>
          </a:p>
        </p:txBody>
      </p:sp>
      <p:sp>
        <p:nvSpPr>
          <p:cNvPr id="23" name="zoom|out bottom|exit">
            <a:extLst>
              <a:ext uri="{FF2B5EF4-FFF2-40B4-BE49-F238E27FC236}">
                <a16:creationId xmlns:a16="http://schemas.microsoft.com/office/drawing/2014/main" id="{46201185-1DEC-9D00-BD84-AD9E0A76BBE4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zoom|out bottom|exit</a:t>
            </a:r>
          </a:p>
        </p:txBody>
      </p:sp>
      <p:sp>
        <p:nvSpPr>
          <p:cNvPr id="24" name="random effect||entr">
            <a:extLst>
              <a:ext uri="{FF2B5EF4-FFF2-40B4-BE49-F238E27FC236}">
                <a16:creationId xmlns:a16="http://schemas.microsoft.com/office/drawing/2014/main" id="{CEF17E58-DFF4-8FB8-15F4-1A4845039DAE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random effect||entr</a:t>
            </a:r>
          </a:p>
        </p:txBody>
      </p:sp>
      <p:sp>
        <p:nvSpPr>
          <p:cNvPr id="26" name="random effect||exit">
            <a:extLst>
              <a:ext uri="{FF2B5EF4-FFF2-40B4-BE49-F238E27FC236}">
                <a16:creationId xmlns:a16="http://schemas.microsoft.com/office/drawing/2014/main" id="{FD358DC3-96B5-A616-8253-5C3C7979089C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random effect||exit</a:t>
            </a:r>
          </a:p>
        </p:txBody>
      </p:sp>
      <p:sp>
        <p:nvSpPr>
          <p:cNvPr id="27" name="boomerang||entr">
            <a:extLst>
              <a:ext uri="{FF2B5EF4-FFF2-40B4-BE49-F238E27FC236}">
                <a16:creationId xmlns:a16="http://schemas.microsoft.com/office/drawing/2014/main" id="{3F86AF54-0270-917A-92EB-352CCA523648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boomerang||entr</a:t>
            </a:r>
          </a:p>
        </p:txBody>
      </p:sp>
      <p:sp>
        <p:nvSpPr>
          <p:cNvPr id="29" name="boomerang||exit">
            <a:extLst>
              <a:ext uri="{FF2B5EF4-FFF2-40B4-BE49-F238E27FC236}">
                <a16:creationId xmlns:a16="http://schemas.microsoft.com/office/drawing/2014/main" id="{B264D88A-D3DB-F0B9-4101-A54EF05100DF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boomerang||exit</a:t>
            </a:r>
          </a:p>
        </p:txBody>
      </p:sp>
      <p:sp>
        <p:nvSpPr>
          <p:cNvPr id="30" name="bounce||entr">
            <a:extLst>
              <a:ext uri="{FF2B5EF4-FFF2-40B4-BE49-F238E27FC236}">
                <a16:creationId xmlns:a16="http://schemas.microsoft.com/office/drawing/2014/main" id="{E25B8902-A221-2590-F176-BD1E8811D09A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bounce||entr</a:t>
            </a:r>
          </a:p>
        </p:txBody>
      </p:sp>
      <p:sp>
        <p:nvSpPr>
          <p:cNvPr id="32" name="bounce||exit">
            <a:extLst>
              <a:ext uri="{FF2B5EF4-FFF2-40B4-BE49-F238E27FC236}">
                <a16:creationId xmlns:a16="http://schemas.microsoft.com/office/drawing/2014/main" id="{B09507D1-B067-2F8F-2110-EA81359BA930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bounce||exit</a:t>
            </a:r>
          </a:p>
        </p:txBody>
      </p:sp>
      <p:sp>
        <p:nvSpPr>
          <p:cNvPr id="33" name="color reveal||entr">
            <a:extLst>
              <a:ext uri="{FF2B5EF4-FFF2-40B4-BE49-F238E27FC236}">
                <a16:creationId xmlns:a16="http://schemas.microsoft.com/office/drawing/2014/main" id="{4E3D5477-90F5-F299-EF1B-5E460C7B7B58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color reveal||entr</a:t>
            </a:r>
          </a:p>
        </p:txBody>
      </p:sp>
      <p:sp>
        <p:nvSpPr>
          <p:cNvPr id="35" name="color reveal||exit">
            <a:extLst>
              <a:ext uri="{FF2B5EF4-FFF2-40B4-BE49-F238E27FC236}">
                <a16:creationId xmlns:a16="http://schemas.microsoft.com/office/drawing/2014/main" id="{380E79A4-D349-CAF0-C7EE-F1057464529B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color reveal||exit</a:t>
            </a:r>
          </a:p>
        </p:txBody>
      </p:sp>
      <p:sp>
        <p:nvSpPr>
          <p:cNvPr id="36" name="credits||entr">
            <a:extLst>
              <a:ext uri="{FF2B5EF4-FFF2-40B4-BE49-F238E27FC236}">
                <a16:creationId xmlns:a16="http://schemas.microsoft.com/office/drawing/2014/main" id="{4B51B44F-A820-7962-9E8E-CBA7B701207D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credits||entr</a:t>
            </a:r>
          </a:p>
        </p:txBody>
      </p:sp>
      <p:sp>
        <p:nvSpPr>
          <p:cNvPr id="38" name="credits||exit">
            <a:extLst>
              <a:ext uri="{FF2B5EF4-FFF2-40B4-BE49-F238E27FC236}">
                <a16:creationId xmlns:a16="http://schemas.microsoft.com/office/drawing/2014/main" id="{F8E7D55D-6FCC-D62B-4DAD-745BF08004DD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credits||exit</a:t>
            </a:r>
          </a:p>
        </p:txBody>
      </p:sp>
      <p:sp>
        <p:nvSpPr>
          <p:cNvPr id="39" name="ease in||entr">
            <a:extLst>
              <a:ext uri="{FF2B5EF4-FFF2-40B4-BE49-F238E27FC236}">
                <a16:creationId xmlns:a16="http://schemas.microsoft.com/office/drawing/2014/main" id="{8CDD0BE7-2541-7431-E461-C9D291177DB5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ease in||entr</a:t>
            </a:r>
          </a:p>
        </p:txBody>
      </p:sp>
      <p:sp>
        <p:nvSpPr>
          <p:cNvPr id="41" name="ease in||exit">
            <a:extLst>
              <a:ext uri="{FF2B5EF4-FFF2-40B4-BE49-F238E27FC236}">
                <a16:creationId xmlns:a16="http://schemas.microsoft.com/office/drawing/2014/main" id="{BA282B80-ED2D-017B-7B34-199B744B9EC9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ease in||exit</a:t>
            </a:r>
          </a:p>
        </p:txBody>
      </p:sp>
      <p:sp>
        <p:nvSpPr>
          <p:cNvPr id="42" name="float||entr">
            <a:extLst>
              <a:ext uri="{FF2B5EF4-FFF2-40B4-BE49-F238E27FC236}">
                <a16:creationId xmlns:a16="http://schemas.microsoft.com/office/drawing/2014/main" id="{52573283-8D31-EC62-426F-077618CA5808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float||entr</a:t>
            </a:r>
          </a:p>
        </p:txBody>
      </p:sp>
      <p:sp>
        <p:nvSpPr>
          <p:cNvPr id="44" name="float||exit">
            <a:extLst>
              <a:ext uri="{FF2B5EF4-FFF2-40B4-BE49-F238E27FC236}">
                <a16:creationId xmlns:a16="http://schemas.microsoft.com/office/drawing/2014/main" id="{7033FA2D-4160-D436-61AE-F5FC37E3475D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float||exit</a:t>
            </a:r>
          </a:p>
        </p:txBody>
      </p:sp>
      <p:sp>
        <p:nvSpPr>
          <p:cNvPr id="45" name="grow and turn||entr">
            <a:extLst>
              <a:ext uri="{FF2B5EF4-FFF2-40B4-BE49-F238E27FC236}">
                <a16:creationId xmlns:a16="http://schemas.microsoft.com/office/drawing/2014/main" id="{91E5282B-9FA1-3E59-621E-9B6F7741B649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grow and turn||entr</a:t>
            </a:r>
          </a:p>
        </p:txBody>
      </p:sp>
      <p:sp>
        <p:nvSpPr>
          <p:cNvPr id="47" name="grow and turn||exit">
            <a:extLst>
              <a:ext uri="{FF2B5EF4-FFF2-40B4-BE49-F238E27FC236}">
                <a16:creationId xmlns:a16="http://schemas.microsoft.com/office/drawing/2014/main" id="{C9A4C342-DAAC-8B04-6314-A617EA288BC5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grow and turn||exit</a:t>
            </a:r>
          </a:p>
        </p:txBody>
      </p:sp>
      <p:sp>
        <p:nvSpPr>
          <p:cNvPr id="48" name="light speed||entr">
            <a:extLst>
              <a:ext uri="{FF2B5EF4-FFF2-40B4-BE49-F238E27FC236}">
                <a16:creationId xmlns:a16="http://schemas.microsoft.com/office/drawing/2014/main" id="{79586CA1-8B03-2E05-48F8-EF522B746CC5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light speed||entr</a:t>
            </a:r>
          </a:p>
        </p:txBody>
      </p:sp>
      <p:sp>
        <p:nvSpPr>
          <p:cNvPr id="50" name="light speed||exit">
            <a:extLst>
              <a:ext uri="{FF2B5EF4-FFF2-40B4-BE49-F238E27FC236}">
                <a16:creationId xmlns:a16="http://schemas.microsoft.com/office/drawing/2014/main" id="{8CC8095D-A679-EF85-9C64-73A3F04BD85C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light speed||exit</a:t>
            </a:r>
          </a:p>
        </p:txBody>
      </p:sp>
      <p:sp>
        <p:nvSpPr>
          <p:cNvPr id="51" name="pinwheel||entr">
            <a:extLst>
              <a:ext uri="{FF2B5EF4-FFF2-40B4-BE49-F238E27FC236}">
                <a16:creationId xmlns:a16="http://schemas.microsoft.com/office/drawing/2014/main" id="{4DA6B10D-DAA0-A572-9E80-D098A049299C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pinwheel||entr</a:t>
            </a:r>
          </a:p>
        </p:txBody>
      </p:sp>
      <p:sp>
        <p:nvSpPr>
          <p:cNvPr id="53" name="pinwheel||exit">
            <a:extLst>
              <a:ext uri="{FF2B5EF4-FFF2-40B4-BE49-F238E27FC236}">
                <a16:creationId xmlns:a16="http://schemas.microsoft.com/office/drawing/2014/main" id="{21E19922-DDA3-13B0-E46B-5E8E6C6E5C70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pinwheel||exit</a:t>
            </a:r>
          </a:p>
        </p:txBody>
      </p:sp>
    </p:spTree>
    <p:extLst>
      <p:ext uri="{BB962C8B-B14F-4D97-AF65-F5344CB8AC3E}">
        <p14:creationId xmlns:p14="http://schemas.microsoft.com/office/powerpoint/2010/main" val="279198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4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4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xit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4/3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4/3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xit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2/3*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2/3*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7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5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6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7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7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201" dur="8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2" dur="80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3" dur="80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7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15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5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8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4" dur="15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5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800" decel="100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8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8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8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200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200" decel="100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2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7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7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7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34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from="(ppt_x)" to="(ppt_x+1)" calcmode="lin" valueType="num">
                                      <p:cBhvr>
                                        <p:cTn id="27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79" dur="2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0" dur="8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  <p:to>
                                        <p:strVal val="-1.0"/>
                                      </p:to>
                                    </p:se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3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4" dur="2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2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2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8" grpId="0" animBg="1"/>
      <p:bldP spid="50" grpId="0" animBg="1"/>
      <p:bldP spid="51" grpId="0" animBg="1"/>
      <p:bldP spid="5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se up||entr">
            <a:extLst>
              <a:ext uri="{FF2B5EF4-FFF2-40B4-BE49-F238E27FC236}">
                <a16:creationId xmlns:a16="http://schemas.microsoft.com/office/drawing/2014/main" id="{F775530D-758D-EE84-4EBA-EA955C58D630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rise up||entr</a:t>
            </a:r>
          </a:p>
        </p:txBody>
      </p:sp>
      <p:sp>
        <p:nvSpPr>
          <p:cNvPr id="4" name="rise up||exit">
            <a:extLst>
              <a:ext uri="{FF2B5EF4-FFF2-40B4-BE49-F238E27FC236}">
                <a16:creationId xmlns:a16="http://schemas.microsoft.com/office/drawing/2014/main" id="{A7CC69C5-0A86-8DFD-775D-6BDBB06E65C9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rise up||exit</a:t>
            </a:r>
          </a:p>
        </p:txBody>
      </p:sp>
      <p:sp>
        <p:nvSpPr>
          <p:cNvPr id="5" name="swish||entr">
            <a:extLst>
              <a:ext uri="{FF2B5EF4-FFF2-40B4-BE49-F238E27FC236}">
                <a16:creationId xmlns:a16="http://schemas.microsoft.com/office/drawing/2014/main" id="{78E9BD19-46AA-C649-59E1-BC37F51DCACC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swish||entr</a:t>
            </a:r>
          </a:p>
        </p:txBody>
      </p:sp>
      <p:sp>
        <p:nvSpPr>
          <p:cNvPr id="7" name="swish||exit">
            <a:extLst>
              <a:ext uri="{FF2B5EF4-FFF2-40B4-BE49-F238E27FC236}">
                <a16:creationId xmlns:a16="http://schemas.microsoft.com/office/drawing/2014/main" id="{229B0FED-5934-436D-0462-9EDF012FFA33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swish||exit</a:t>
            </a:r>
          </a:p>
        </p:txBody>
      </p:sp>
      <p:sp>
        <p:nvSpPr>
          <p:cNvPr id="8" name="thin line||entr">
            <a:extLst>
              <a:ext uri="{FF2B5EF4-FFF2-40B4-BE49-F238E27FC236}">
                <a16:creationId xmlns:a16="http://schemas.microsoft.com/office/drawing/2014/main" id="{8DB877C3-BE3D-E23A-5290-D59F1505B55F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thin line||entr</a:t>
            </a:r>
          </a:p>
        </p:txBody>
      </p:sp>
      <p:sp>
        <p:nvSpPr>
          <p:cNvPr id="10" name="thin line||exit">
            <a:extLst>
              <a:ext uri="{FF2B5EF4-FFF2-40B4-BE49-F238E27FC236}">
                <a16:creationId xmlns:a16="http://schemas.microsoft.com/office/drawing/2014/main" id="{82C99310-AD70-3EA3-4559-0BD64C95A195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thin line||exit</a:t>
            </a:r>
          </a:p>
        </p:txBody>
      </p:sp>
      <p:sp>
        <p:nvSpPr>
          <p:cNvPr id="11" name="unfold||entr">
            <a:extLst>
              <a:ext uri="{FF2B5EF4-FFF2-40B4-BE49-F238E27FC236}">
                <a16:creationId xmlns:a16="http://schemas.microsoft.com/office/drawing/2014/main" id="{3595D8AF-9EFF-B300-F2F5-DCB0094F6789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unfold||entr</a:t>
            </a:r>
          </a:p>
        </p:txBody>
      </p:sp>
      <p:sp>
        <p:nvSpPr>
          <p:cNvPr id="13" name="unfold||exit">
            <a:extLst>
              <a:ext uri="{FF2B5EF4-FFF2-40B4-BE49-F238E27FC236}">
                <a16:creationId xmlns:a16="http://schemas.microsoft.com/office/drawing/2014/main" id="{226D8B62-7A8E-DD58-84BF-13B7675329C8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unfold||exit</a:t>
            </a:r>
          </a:p>
        </p:txBody>
      </p:sp>
      <p:sp>
        <p:nvSpPr>
          <p:cNvPr id="14" name="whip||entr">
            <a:extLst>
              <a:ext uri="{FF2B5EF4-FFF2-40B4-BE49-F238E27FC236}">
                <a16:creationId xmlns:a16="http://schemas.microsoft.com/office/drawing/2014/main" id="{55533B1A-93AC-D54D-28FE-FB5554A9C4A8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whip||entr</a:t>
            </a:r>
          </a:p>
        </p:txBody>
      </p:sp>
      <p:sp>
        <p:nvSpPr>
          <p:cNvPr id="16" name="whip||exit">
            <a:extLst>
              <a:ext uri="{FF2B5EF4-FFF2-40B4-BE49-F238E27FC236}">
                <a16:creationId xmlns:a16="http://schemas.microsoft.com/office/drawing/2014/main" id="{C78447DF-56DF-D7B0-D422-C56A9EFBD549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whip||exit</a:t>
            </a:r>
          </a:p>
        </p:txBody>
      </p:sp>
      <p:sp>
        <p:nvSpPr>
          <p:cNvPr id="17" name="ascend||entr">
            <a:extLst>
              <a:ext uri="{FF2B5EF4-FFF2-40B4-BE49-F238E27FC236}">
                <a16:creationId xmlns:a16="http://schemas.microsoft.com/office/drawing/2014/main" id="{B71B89B9-E054-D355-3958-830F022DE525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ascend||entr</a:t>
            </a:r>
          </a:p>
        </p:txBody>
      </p:sp>
      <p:sp>
        <p:nvSpPr>
          <p:cNvPr id="19" name="ascend||exit">
            <a:extLst>
              <a:ext uri="{FF2B5EF4-FFF2-40B4-BE49-F238E27FC236}">
                <a16:creationId xmlns:a16="http://schemas.microsoft.com/office/drawing/2014/main" id="{EAF416DC-984B-D67D-B88F-F6D3BA619B89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ascend||exit</a:t>
            </a:r>
          </a:p>
        </p:txBody>
      </p:sp>
      <p:sp>
        <p:nvSpPr>
          <p:cNvPr id="20" name="center revolve||entr">
            <a:extLst>
              <a:ext uri="{FF2B5EF4-FFF2-40B4-BE49-F238E27FC236}">
                <a16:creationId xmlns:a16="http://schemas.microsoft.com/office/drawing/2014/main" id="{66AAD9B4-BFCD-3667-7B04-BC7645D66C74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center revolve||entr</a:t>
            </a:r>
          </a:p>
        </p:txBody>
      </p:sp>
      <p:sp>
        <p:nvSpPr>
          <p:cNvPr id="22" name="center revolve||exit">
            <a:extLst>
              <a:ext uri="{FF2B5EF4-FFF2-40B4-BE49-F238E27FC236}">
                <a16:creationId xmlns:a16="http://schemas.microsoft.com/office/drawing/2014/main" id="{F02BEADF-D1D5-4CF1-F9C1-D44921AB6342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center revolve||exit</a:t>
            </a:r>
          </a:p>
        </p:txBody>
      </p:sp>
      <p:sp>
        <p:nvSpPr>
          <p:cNvPr id="23" name="faded swivel||entr">
            <a:extLst>
              <a:ext uri="{FF2B5EF4-FFF2-40B4-BE49-F238E27FC236}">
                <a16:creationId xmlns:a16="http://schemas.microsoft.com/office/drawing/2014/main" id="{E2A1A957-FE61-FF0D-11BD-E9F14FDE2AF4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faded swivel||entr</a:t>
            </a:r>
          </a:p>
        </p:txBody>
      </p:sp>
      <p:sp>
        <p:nvSpPr>
          <p:cNvPr id="25" name="faded swivel||exit">
            <a:extLst>
              <a:ext uri="{FF2B5EF4-FFF2-40B4-BE49-F238E27FC236}">
                <a16:creationId xmlns:a16="http://schemas.microsoft.com/office/drawing/2014/main" id="{69243E58-0342-97F9-D5B0-F575ECA23100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faded swivel||exit</a:t>
            </a:r>
          </a:p>
        </p:txBody>
      </p:sp>
      <p:sp>
        <p:nvSpPr>
          <p:cNvPr id="26" name="descend||entr">
            <a:extLst>
              <a:ext uri="{FF2B5EF4-FFF2-40B4-BE49-F238E27FC236}">
                <a16:creationId xmlns:a16="http://schemas.microsoft.com/office/drawing/2014/main" id="{CA4CA452-736F-43D0-C8DF-B00CF6DB36EA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descend||entr</a:t>
            </a:r>
          </a:p>
        </p:txBody>
      </p:sp>
      <p:sp>
        <p:nvSpPr>
          <p:cNvPr id="28" name="descend||exit">
            <a:extLst>
              <a:ext uri="{FF2B5EF4-FFF2-40B4-BE49-F238E27FC236}">
                <a16:creationId xmlns:a16="http://schemas.microsoft.com/office/drawing/2014/main" id="{2052575F-EE4D-5F59-768A-7800C2B7C21E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descend||exit</a:t>
            </a:r>
          </a:p>
        </p:txBody>
      </p:sp>
      <p:sp>
        <p:nvSpPr>
          <p:cNvPr id="29" name="sling||entr">
            <a:extLst>
              <a:ext uri="{FF2B5EF4-FFF2-40B4-BE49-F238E27FC236}">
                <a16:creationId xmlns:a16="http://schemas.microsoft.com/office/drawing/2014/main" id="{886F4F50-99C5-DF7F-1087-D29AE30DD5DD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sling||entr</a:t>
            </a:r>
          </a:p>
        </p:txBody>
      </p:sp>
      <p:sp>
        <p:nvSpPr>
          <p:cNvPr id="31" name="sling||exit">
            <a:extLst>
              <a:ext uri="{FF2B5EF4-FFF2-40B4-BE49-F238E27FC236}">
                <a16:creationId xmlns:a16="http://schemas.microsoft.com/office/drawing/2014/main" id="{8F153FC1-0C32-E1BF-259F-3C7BB066DDC6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sling||exit</a:t>
            </a:r>
          </a:p>
        </p:txBody>
      </p:sp>
      <p:sp>
        <p:nvSpPr>
          <p:cNvPr id="32" name="spinner||entr">
            <a:extLst>
              <a:ext uri="{FF2B5EF4-FFF2-40B4-BE49-F238E27FC236}">
                <a16:creationId xmlns:a16="http://schemas.microsoft.com/office/drawing/2014/main" id="{0B6E4252-DCD8-CCFA-0D41-517B63751402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spinner||entr</a:t>
            </a:r>
          </a:p>
        </p:txBody>
      </p:sp>
      <p:sp>
        <p:nvSpPr>
          <p:cNvPr id="34" name="spinner||exit">
            <a:extLst>
              <a:ext uri="{FF2B5EF4-FFF2-40B4-BE49-F238E27FC236}">
                <a16:creationId xmlns:a16="http://schemas.microsoft.com/office/drawing/2014/main" id="{7A362BE1-7289-4464-0903-A7ACF6C89D1B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spinner||exit</a:t>
            </a:r>
          </a:p>
        </p:txBody>
      </p:sp>
      <p:sp>
        <p:nvSpPr>
          <p:cNvPr id="35" name="stretchy||entr">
            <a:extLst>
              <a:ext uri="{FF2B5EF4-FFF2-40B4-BE49-F238E27FC236}">
                <a16:creationId xmlns:a16="http://schemas.microsoft.com/office/drawing/2014/main" id="{959BD678-BF86-735D-0541-E3773EF57036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stretchy||entr</a:t>
            </a:r>
          </a:p>
        </p:txBody>
      </p:sp>
      <p:sp>
        <p:nvSpPr>
          <p:cNvPr id="37" name="stretchy||exit">
            <a:extLst>
              <a:ext uri="{FF2B5EF4-FFF2-40B4-BE49-F238E27FC236}">
                <a16:creationId xmlns:a16="http://schemas.microsoft.com/office/drawing/2014/main" id="{3F8049BF-67B4-19B5-DDEE-3DC3945D4D49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stretchy||exit</a:t>
            </a:r>
          </a:p>
        </p:txBody>
      </p:sp>
      <p:sp>
        <p:nvSpPr>
          <p:cNvPr id="38" name="zip||entr">
            <a:extLst>
              <a:ext uri="{FF2B5EF4-FFF2-40B4-BE49-F238E27FC236}">
                <a16:creationId xmlns:a16="http://schemas.microsoft.com/office/drawing/2014/main" id="{BC52D8AC-6FCB-45F6-1347-2A4FD778D888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zip||entr</a:t>
            </a:r>
          </a:p>
        </p:txBody>
      </p:sp>
      <p:sp>
        <p:nvSpPr>
          <p:cNvPr id="40" name="zip||exit">
            <a:extLst>
              <a:ext uri="{FF2B5EF4-FFF2-40B4-BE49-F238E27FC236}">
                <a16:creationId xmlns:a16="http://schemas.microsoft.com/office/drawing/2014/main" id="{90687F73-A514-F1B5-CF39-3A26919D9337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zip||exit</a:t>
            </a:r>
          </a:p>
        </p:txBody>
      </p:sp>
      <p:sp>
        <p:nvSpPr>
          <p:cNvPr id="41" name="arc up||entr">
            <a:extLst>
              <a:ext uri="{FF2B5EF4-FFF2-40B4-BE49-F238E27FC236}">
                <a16:creationId xmlns:a16="http://schemas.microsoft.com/office/drawing/2014/main" id="{F92ABF44-74F5-A75F-D3F3-B2F4F04B62EF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arc up||entr</a:t>
            </a:r>
          </a:p>
        </p:txBody>
      </p:sp>
      <p:sp>
        <p:nvSpPr>
          <p:cNvPr id="43" name="arc up||exit">
            <a:extLst>
              <a:ext uri="{FF2B5EF4-FFF2-40B4-BE49-F238E27FC236}">
                <a16:creationId xmlns:a16="http://schemas.microsoft.com/office/drawing/2014/main" id="{01231B1C-E99A-132D-5FE6-DB022F8B0D2E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arc up||exit</a:t>
            </a:r>
          </a:p>
        </p:txBody>
      </p:sp>
      <p:sp>
        <p:nvSpPr>
          <p:cNvPr id="44" name="fade zoom||entr">
            <a:extLst>
              <a:ext uri="{FF2B5EF4-FFF2-40B4-BE49-F238E27FC236}">
                <a16:creationId xmlns:a16="http://schemas.microsoft.com/office/drawing/2014/main" id="{B458813E-5498-FFDA-20B1-313D8CFBEAB6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 zoom||entr</a:t>
            </a:r>
          </a:p>
        </p:txBody>
      </p:sp>
      <p:sp>
        <p:nvSpPr>
          <p:cNvPr id="46" name="fade zoom|in center|entr">
            <a:extLst>
              <a:ext uri="{FF2B5EF4-FFF2-40B4-BE49-F238E27FC236}">
                <a16:creationId xmlns:a16="http://schemas.microsoft.com/office/drawing/2014/main" id="{D70675E8-CC12-BD2D-6307-3BA16288BCE9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 zoom|in center|entr</a:t>
            </a:r>
          </a:p>
        </p:txBody>
      </p:sp>
      <p:sp>
        <p:nvSpPr>
          <p:cNvPr id="47" name="fade zoom||exit">
            <a:extLst>
              <a:ext uri="{FF2B5EF4-FFF2-40B4-BE49-F238E27FC236}">
                <a16:creationId xmlns:a16="http://schemas.microsoft.com/office/drawing/2014/main" id="{00E7430E-97D6-AE5B-855E-C8A55C0483AE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 zoom||exit</a:t>
            </a:r>
          </a:p>
        </p:txBody>
      </p:sp>
      <p:sp>
        <p:nvSpPr>
          <p:cNvPr id="48" name="fade zoom|in center|exit">
            <a:extLst>
              <a:ext uri="{FF2B5EF4-FFF2-40B4-BE49-F238E27FC236}">
                <a16:creationId xmlns:a16="http://schemas.microsoft.com/office/drawing/2014/main" id="{B8D148BF-EAAE-A3A1-8757-D198FBCC73C9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fade zoom|in center|exit</a:t>
            </a:r>
          </a:p>
        </p:txBody>
      </p:sp>
      <p:sp>
        <p:nvSpPr>
          <p:cNvPr id="49" name="glide||entr">
            <a:extLst>
              <a:ext uri="{FF2B5EF4-FFF2-40B4-BE49-F238E27FC236}">
                <a16:creationId xmlns:a16="http://schemas.microsoft.com/office/drawing/2014/main" id="{EDD60E17-A896-6524-B1AC-210680510164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glide||entr</a:t>
            </a:r>
          </a:p>
        </p:txBody>
      </p:sp>
      <p:sp>
        <p:nvSpPr>
          <p:cNvPr id="51" name="glide||exit">
            <a:extLst>
              <a:ext uri="{FF2B5EF4-FFF2-40B4-BE49-F238E27FC236}">
                <a16:creationId xmlns:a16="http://schemas.microsoft.com/office/drawing/2014/main" id="{A10C0054-911A-4F65-2504-F6ADC1CDA06B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glide||exit</a:t>
            </a:r>
          </a:p>
        </p:txBody>
      </p:sp>
      <p:sp>
        <p:nvSpPr>
          <p:cNvPr id="52" name="expand||entr">
            <a:extLst>
              <a:ext uri="{FF2B5EF4-FFF2-40B4-BE49-F238E27FC236}">
                <a16:creationId xmlns:a16="http://schemas.microsoft.com/office/drawing/2014/main" id="{95ACD405-5C15-E66F-E23C-25CCC049229F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expand||entr</a:t>
            </a:r>
          </a:p>
        </p:txBody>
      </p:sp>
      <p:sp>
        <p:nvSpPr>
          <p:cNvPr id="54" name="expand||exit">
            <a:extLst>
              <a:ext uri="{FF2B5EF4-FFF2-40B4-BE49-F238E27FC236}">
                <a16:creationId xmlns:a16="http://schemas.microsoft.com/office/drawing/2014/main" id="{69B2FC8D-F8B1-6FC0-5419-15B23FBFC823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expand||exit</a:t>
            </a:r>
          </a:p>
        </p:txBody>
      </p:sp>
      <p:sp>
        <p:nvSpPr>
          <p:cNvPr id="55" name="flip||entr">
            <a:extLst>
              <a:ext uri="{FF2B5EF4-FFF2-40B4-BE49-F238E27FC236}">
                <a16:creationId xmlns:a16="http://schemas.microsoft.com/office/drawing/2014/main" id="{5407F3C2-2CE9-99EF-2338-00D6CF1CD583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flip||entr</a:t>
            </a:r>
          </a:p>
        </p:txBody>
      </p:sp>
      <p:sp>
        <p:nvSpPr>
          <p:cNvPr id="57" name="flip||exit">
            <a:extLst>
              <a:ext uri="{FF2B5EF4-FFF2-40B4-BE49-F238E27FC236}">
                <a16:creationId xmlns:a16="http://schemas.microsoft.com/office/drawing/2014/main" id="{CE808151-B738-134F-0407-6A8DAD34AFBA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flip||exit</a:t>
            </a:r>
          </a:p>
        </p:txBody>
      </p:sp>
      <p:sp>
        <p:nvSpPr>
          <p:cNvPr id="58" name="shimmer||entr">
            <a:extLst>
              <a:ext uri="{FF2B5EF4-FFF2-40B4-BE49-F238E27FC236}">
                <a16:creationId xmlns:a16="http://schemas.microsoft.com/office/drawing/2014/main" id="{16B61D77-9410-669B-3780-7ECF55C79039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shimmer||entr</a:t>
            </a:r>
          </a:p>
        </p:txBody>
      </p:sp>
      <p:sp>
        <p:nvSpPr>
          <p:cNvPr id="61" name="fold||entr">
            <a:extLst>
              <a:ext uri="{FF2B5EF4-FFF2-40B4-BE49-F238E27FC236}">
                <a16:creationId xmlns:a16="http://schemas.microsoft.com/office/drawing/2014/main" id="{B2AF9297-4E11-169D-04DD-3DF48551B943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fold||entr</a:t>
            </a:r>
          </a:p>
        </p:txBody>
      </p:sp>
    </p:spTree>
    <p:extLst>
      <p:ext uri="{BB962C8B-B14F-4D97-AF65-F5344CB8AC3E}">
        <p14:creationId xmlns:p14="http://schemas.microsoft.com/office/powerpoint/2010/main" val="44548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8" presetClass="exit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9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9" presetClass="exit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ppt_h/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0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 tmFilter="0,0; .5, 0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6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ppt_x+0.155"/>
                                          </p:val>
                                        </p:tav>
                                        <p:tav tm="55000">
                                          <p:val>
                                            <p:strVal val="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400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019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076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169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0296"/>
                                          </p:val>
                                        </p:tav>
                                        <p:tav tm="25000">
                                          <p:val>
                                            <p:strVal val="ppt_y+0.0454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0639"/>
                                          </p:val>
                                        </p:tav>
                                        <p:tav tm="35000">
                                          <p:val>
                                            <p:strVal val="ppt_y+0.0846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071"/>
                                          </p:val>
                                        </p:tav>
                                        <p:tav tm="45000">
                                          <p:val>
                                            <p:strVal val="ppt_y+0.1307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ppt_y+0.1792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029"/>
                                          </p:val>
                                        </p:tav>
                                        <p:tav tm="65000">
                                          <p:val>
                                            <p:strVal val="ppt_y+0.2253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461"/>
                                          </p:val>
                                        </p:tav>
                                        <p:tav tm="75000">
                                          <p:val>
                                            <p:strVal val="ppt_y+0.2646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2804"/>
                                          </p:val>
                                        </p:tav>
                                        <p:tav tm="85000">
                                          <p:val>
                                            <p:strVal val="ppt_y+0.2931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024"/>
                                          </p:val>
                                        </p:tav>
                                        <p:tav tm="95000">
                                          <p:val>
                                            <p:strVal val="ppt_y+0.308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400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100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8" presetClass="exit" presetSubtype="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20000">
                                          <p:val>
                                            <p:fltVal val="90"/>
                                          </p:val>
                                        </p:tav>
                                        <p:tav tm="2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fltVal val="-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9" presetClass="exit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0" presetClass="exit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4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770" decel="100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3" dur="770" decel="100000"/>
                                        <p:tgtEl>
                                          <p:spTgt spid="3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9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95" dur="77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9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7" dur="77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9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5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770" accel="100000">
                                          <p:stCondLst>
                                            <p:cond delay="123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3" dur="770" accel="100000">
                                          <p:stCondLst>
                                            <p:cond delay="123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from x="200000" y="450000"/>
                                      <p:to x="10000" y="10000"/>
                                    </p:animScale>
                                    <p:animScale>
                                      <p:cBhvr>
                                        <p:cTn id="204" dur="1230" decel="100000"/>
                                        <p:tgtEl>
                                          <p:spTgt spid="40"/>
                                        </p:tgtEl>
                                      </p:cBhvr>
                                      <p:from x="100000" y="100000"/>
                                      <p:to x="200000" y="450000"/>
                                    </p:animScale>
                                    <p:anim from="(ppt_x)" to="(0.5)" calcmode="lin" valueType="num">
                                      <p:cBhvr>
                                        <p:cTn id="205" dur="1230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0.5)" to="(0.5)" calcmode="lin" valueType="num">
                                      <p:cBhvr>
                                        <p:cTn id="206" dur="770">
                                          <p:stCondLst>
                                            <p:cond delay="123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ppt_y+0.4)" calcmode="lin" valueType="num">
                                      <p:cBhvr>
                                        <p:cTn id="207" dur="1230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 from="(ppt_y)" to="(ppt_y)" calcmode="lin" valueType="num">
                                      <p:cBhvr>
                                        <p:cTn id="208" dur="770">
                                          <p:stCondLst>
                                            <p:cond delay="123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5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0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221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22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54" presetClass="exit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2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9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9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9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9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56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297" dur="5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298" dur="5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29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0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3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0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0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0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0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4" grpId="0" animBg="1"/>
      <p:bldP spid="55" grpId="0" animBg="1"/>
      <p:bldP spid="57" grpId="0" animBg="1"/>
      <p:bldP spid="58" grpId="0" animBg="1"/>
      <p:bldP spid="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184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d||exit">
            <a:extLst>
              <a:ext uri="{FF2B5EF4-FFF2-40B4-BE49-F238E27FC236}">
                <a16:creationId xmlns:a16="http://schemas.microsoft.com/office/drawing/2014/main" id="{BD107603-7EC0-C9E0-F81E-3C68D7776730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fold||exit</a:t>
            </a:r>
          </a:p>
        </p:txBody>
      </p:sp>
      <p:sp>
        <p:nvSpPr>
          <p:cNvPr id="3" name="change fill color||entr">
            <a:extLst>
              <a:ext uri="{FF2B5EF4-FFF2-40B4-BE49-F238E27FC236}">
                <a16:creationId xmlns:a16="http://schemas.microsoft.com/office/drawing/2014/main" id="{0EA34FA8-1981-BC72-6193-249984951331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change fill color||entr</a:t>
            </a:r>
          </a:p>
        </p:txBody>
      </p:sp>
      <p:sp>
        <p:nvSpPr>
          <p:cNvPr id="6" name="change font||entr">
            <a:extLst>
              <a:ext uri="{FF2B5EF4-FFF2-40B4-BE49-F238E27FC236}">
                <a16:creationId xmlns:a16="http://schemas.microsoft.com/office/drawing/2014/main" id="{6DD4AD76-C15E-7D00-5E5A-96BB42CF825A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change font||entr</a:t>
            </a:r>
          </a:p>
        </p:txBody>
      </p:sp>
      <p:sp>
        <p:nvSpPr>
          <p:cNvPr id="9" name="change font color||entr">
            <a:extLst>
              <a:ext uri="{FF2B5EF4-FFF2-40B4-BE49-F238E27FC236}">
                <a16:creationId xmlns:a16="http://schemas.microsoft.com/office/drawing/2014/main" id="{63FC975A-DEED-E5C6-7E0C-8C30F679AA36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change font color||entr</a:t>
            </a:r>
          </a:p>
        </p:txBody>
      </p:sp>
      <p:sp>
        <p:nvSpPr>
          <p:cNvPr id="12" name="change font size||entr">
            <a:extLst>
              <a:ext uri="{FF2B5EF4-FFF2-40B4-BE49-F238E27FC236}">
                <a16:creationId xmlns:a16="http://schemas.microsoft.com/office/drawing/2014/main" id="{953215F2-88B1-FB69-667C-B34F519B08AD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change font size||entr</a:t>
            </a:r>
          </a:p>
        </p:txBody>
      </p:sp>
      <p:sp>
        <p:nvSpPr>
          <p:cNvPr id="15" name="change font style||entr">
            <a:extLst>
              <a:ext uri="{FF2B5EF4-FFF2-40B4-BE49-F238E27FC236}">
                <a16:creationId xmlns:a16="http://schemas.microsoft.com/office/drawing/2014/main" id="{A7D2F0B9-0094-AA1B-42F9-C497930D8379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change font style||entr</a:t>
            </a:r>
          </a:p>
        </p:txBody>
      </p:sp>
      <p:sp>
        <p:nvSpPr>
          <p:cNvPr id="18" name="grow shrink||entr">
            <a:extLst>
              <a:ext uri="{FF2B5EF4-FFF2-40B4-BE49-F238E27FC236}">
                <a16:creationId xmlns:a16="http://schemas.microsoft.com/office/drawing/2014/main" id="{BC48EAD2-90DE-CAAB-E04E-FDDABC751092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grow shrink||entr</a:t>
            </a:r>
          </a:p>
        </p:txBody>
      </p:sp>
      <p:sp>
        <p:nvSpPr>
          <p:cNvPr id="21" name="change line color||entr">
            <a:extLst>
              <a:ext uri="{FF2B5EF4-FFF2-40B4-BE49-F238E27FC236}">
                <a16:creationId xmlns:a16="http://schemas.microsoft.com/office/drawing/2014/main" id="{AB2298CD-BCCE-22BB-BFDA-3D23ABC18479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change line color||entr</a:t>
            </a:r>
          </a:p>
        </p:txBody>
      </p:sp>
      <p:sp>
        <p:nvSpPr>
          <p:cNvPr id="24" name="spin||entr">
            <a:extLst>
              <a:ext uri="{FF2B5EF4-FFF2-40B4-BE49-F238E27FC236}">
                <a16:creationId xmlns:a16="http://schemas.microsoft.com/office/drawing/2014/main" id="{30C4C32C-2515-A241-3982-1B7C515BE6D6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spin||entr</a:t>
            </a:r>
          </a:p>
        </p:txBody>
      </p:sp>
      <p:sp>
        <p:nvSpPr>
          <p:cNvPr id="27" name="transparency||entr">
            <a:extLst>
              <a:ext uri="{FF2B5EF4-FFF2-40B4-BE49-F238E27FC236}">
                <a16:creationId xmlns:a16="http://schemas.microsoft.com/office/drawing/2014/main" id="{0445487E-423D-DFD1-934B-0D4A646D2CEA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transparency||entr</a:t>
            </a:r>
          </a:p>
        </p:txBody>
      </p:sp>
      <p:sp>
        <p:nvSpPr>
          <p:cNvPr id="30" name="bold flash||entr">
            <a:extLst>
              <a:ext uri="{FF2B5EF4-FFF2-40B4-BE49-F238E27FC236}">
                <a16:creationId xmlns:a16="http://schemas.microsoft.com/office/drawing/2014/main" id="{9C7D6E5A-8286-3A4A-FEC9-A58F74780F3D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bold flash||entr</a:t>
            </a:r>
          </a:p>
        </p:txBody>
      </p:sp>
      <p:sp>
        <p:nvSpPr>
          <p:cNvPr id="33" name="blast||entr">
            <a:extLst>
              <a:ext uri="{FF2B5EF4-FFF2-40B4-BE49-F238E27FC236}">
                <a16:creationId xmlns:a16="http://schemas.microsoft.com/office/drawing/2014/main" id="{6666FB43-E671-234F-18B1-3574795B51E0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blast||entr</a:t>
            </a:r>
          </a:p>
        </p:txBody>
      </p:sp>
      <p:sp>
        <p:nvSpPr>
          <p:cNvPr id="36" name="bold reveal||entr">
            <a:extLst>
              <a:ext uri="{FF2B5EF4-FFF2-40B4-BE49-F238E27FC236}">
                <a16:creationId xmlns:a16="http://schemas.microsoft.com/office/drawing/2014/main" id="{A037FF21-2611-4637-DD3C-39CB88151221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bold reveal||entr</a:t>
            </a:r>
          </a:p>
        </p:txBody>
      </p:sp>
      <p:sp>
        <p:nvSpPr>
          <p:cNvPr id="39" name="brush on color||entr">
            <a:extLst>
              <a:ext uri="{FF2B5EF4-FFF2-40B4-BE49-F238E27FC236}">
                <a16:creationId xmlns:a16="http://schemas.microsoft.com/office/drawing/2014/main" id="{90334035-87E1-9236-0B53-9FD1C7D3F28C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brush on color||entr</a:t>
            </a:r>
          </a:p>
        </p:txBody>
      </p:sp>
      <p:sp>
        <p:nvSpPr>
          <p:cNvPr id="42" name="brush on underline||entr">
            <a:extLst>
              <a:ext uri="{FF2B5EF4-FFF2-40B4-BE49-F238E27FC236}">
                <a16:creationId xmlns:a16="http://schemas.microsoft.com/office/drawing/2014/main" id="{EEDCCB02-C56F-43CB-96C7-07F72515498A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brush on underline||entr</a:t>
            </a:r>
          </a:p>
        </p:txBody>
      </p:sp>
      <p:sp>
        <p:nvSpPr>
          <p:cNvPr id="45" name="color blend||entr">
            <a:extLst>
              <a:ext uri="{FF2B5EF4-FFF2-40B4-BE49-F238E27FC236}">
                <a16:creationId xmlns:a16="http://schemas.microsoft.com/office/drawing/2014/main" id="{DA8A8AA1-0345-16A1-7B36-CF6CD2DE7C05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color blend||entr</a:t>
            </a:r>
          </a:p>
        </p:txBody>
      </p:sp>
      <p:sp>
        <p:nvSpPr>
          <p:cNvPr id="48" name="color wave||entr">
            <a:extLst>
              <a:ext uri="{FF2B5EF4-FFF2-40B4-BE49-F238E27FC236}">
                <a16:creationId xmlns:a16="http://schemas.microsoft.com/office/drawing/2014/main" id="{0781DD95-CE8E-ED8D-5F88-46A321498926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color wave||entr</a:t>
            </a:r>
          </a:p>
        </p:txBody>
      </p:sp>
      <p:sp>
        <p:nvSpPr>
          <p:cNvPr id="51" name="complementary color||entr">
            <a:extLst>
              <a:ext uri="{FF2B5EF4-FFF2-40B4-BE49-F238E27FC236}">
                <a16:creationId xmlns:a16="http://schemas.microsoft.com/office/drawing/2014/main" id="{E4D31931-1C96-FD49-68E8-BBF1340345BC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complementary color||entr</a:t>
            </a:r>
          </a:p>
        </p:txBody>
      </p:sp>
      <p:sp>
        <p:nvSpPr>
          <p:cNvPr id="54" name="complementary color 2||entr">
            <a:extLst>
              <a:ext uri="{FF2B5EF4-FFF2-40B4-BE49-F238E27FC236}">
                <a16:creationId xmlns:a16="http://schemas.microsoft.com/office/drawing/2014/main" id="{60E6EE9D-8BF2-FAA3-B033-D9667795692B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complementary color 2||entr</a:t>
            </a:r>
          </a:p>
        </p:txBody>
      </p:sp>
      <p:sp>
        <p:nvSpPr>
          <p:cNvPr id="57" name="constrasting color||entr">
            <a:extLst>
              <a:ext uri="{FF2B5EF4-FFF2-40B4-BE49-F238E27FC236}">
                <a16:creationId xmlns:a16="http://schemas.microsoft.com/office/drawing/2014/main" id="{97E9E540-04A9-92ED-E67D-8C53EDB026BA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constrasting color||entr</a:t>
            </a:r>
          </a:p>
        </p:txBody>
      </p:sp>
      <p:sp>
        <p:nvSpPr>
          <p:cNvPr id="60" name="darken||entr">
            <a:extLst>
              <a:ext uri="{FF2B5EF4-FFF2-40B4-BE49-F238E27FC236}">
                <a16:creationId xmlns:a16="http://schemas.microsoft.com/office/drawing/2014/main" id="{F13159B1-A818-BA73-F7A1-07E7064F0EE8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darken||entr</a:t>
            </a:r>
          </a:p>
        </p:txBody>
      </p:sp>
      <p:sp>
        <p:nvSpPr>
          <p:cNvPr id="63" name="desaturate||entr">
            <a:extLst>
              <a:ext uri="{FF2B5EF4-FFF2-40B4-BE49-F238E27FC236}">
                <a16:creationId xmlns:a16="http://schemas.microsoft.com/office/drawing/2014/main" id="{11B0E0E6-C2A5-A438-36DF-707FFAA9B882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desaturate||entr</a:t>
            </a:r>
          </a:p>
        </p:txBody>
      </p:sp>
      <p:sp>
        <p:nvSpPr>
          <p:cNvPr id="66" name="flash bulb||entr">
            <a:extLst>
              <a:ext uri="{FF2B5EF4-FFF2-40B4-BE49-F238E27FC236}">
                <a16:creationId xmlns:a16="http://schemas.microsoft.com/office/drawing/2014/main" id="{A0E97E4F-C8B7-996D-E1D5-6919B1A6522F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flash bulb||entr</a:t>
            </a:r>
          </a:p>
        </p:txBody>
      </p:sp>
      <p:sp>
        <p:nvSpPr>
          <p:cNvPr id="69" name="flicker||entr">
            <a:extLst>
              <a:ext uri="{FF2B5EF4-FFF2-40B4-BE49-F238E27FC236}">
                <a16:creationId xmlns:a16="http://schemas.microsoft.com/office/drawing/2014/main" id="{6BB221BB-3D28-DBCC-AFA3-743A4D282171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flicker||entr</a:t>
            </a:r>
          </a:p>
        </p:txBody>
      </p:sp>
      <p:sp>
        <p:nvSpPr>
          <p:cNvPr id="72" name="grow with color||entr">
            <a:extLst>
              <a:ext uri="{FF2B5EF4-FFF2-40B4-BE49-F238E27FC236}">
                <a16:creationId xmlns:a16="http://schemas.microsoft.com/office/drawing/2014/main" id="{AA9428BF-FA7B-F597-485B-67A966F3C010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grow with color||entr</a:t>
            </a:r>
          </a:p>
        </p:txBody>
      </p:sp>
      <p:sp>
        <p:nvSpPr>
          <p:cNvPr id="75" name="lighten||entr">
            <a:extLst>
              <a:ext uri="{FF2B5EF4-FFF2-40B4-BE49-F238E27FC236}">
                <a16:creationId xmlns:a16="http://schemas.microsoft.com/office/drawing/2014/main" id="{D5E2C09D-3600-93CA-DAFA-94FE512DA818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lighten||entr</a:t>
            </a:r>
          </a:p>
        </p:txBody>
      </p:sp>
      <p:sp>
        <p:nvSpPr>
          <p:cNvPr id="78" name="style emphasis||entr">
            <a:extLst>
              <a:ext uri="{FF2B5EF4-FFF2-40B4-BE49-F238E27FC236}">
                <a16:creationId xmlns:a16="http://schemas.microsoft.com/office/drawing/2014/main" id="{AA712A9F-8381-5CCB-80AD-2CFC91202282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style emphasis||entr</a:t>
            </a:r>
          </a:p>
        </p:txBody>
      </p:sp>
      <p:sp>
        <p:nvSpPr>
          <p:cNvPr id="81" name="teeter||entr">
            <a:extLst>
              <a:ext uri="{FF2B5EF4-FFF2-40B4-BE49-F238E27FC236}">
                <a16:creationId xmlns:a16="http://schemas.microsoft.com/office/drawing/2014/main" id="{84F5C944-B90E-84B5-AA6E-6397763ABA5F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teeter||entr</a:t>
            </a:r>
          </a:p>
        </p:txBody>
      </p:sp>
      <p:sp>
        <p:nvSpPr>
          <p:cNvPr id="84" name="vertical grow||entr">
            <a:extLst>
              <a:ext uri="{FF2B5EF4-FFF2-40B4-BE49-F238E27FC236}">
                <a16:creationId xmlns:a16="http://schemas.microsoft.com/office/drawing/2014/main" id="{66E9E728-B52C-C76E-0E7D-18B375B6583E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vertical grow||entr</a:t>
            </a:r>
          </a:p>
        </p:txBody>
      </p:sp>
      <p:sp>
        <p:nvSpPr>
          <p:cNvPr id="87" name="wave||entr">
            <a:extLst>
              <a:ext uri="{FF2B5EF4-FFF2-40B4-BE49-F238E27FC236}">
                <a16:creationId xmlns:a16="http://schemas.microsoft.com/office/drawing/2014/main" id="{CC2EDF54-30F1-B4D1-E574-8C5D0655B6B6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wave||entr</a:t>
            </a:r>
          </a:p>
        </p:txBody>
      </p:sp>
      <p:sp>
        <p:nvSpPr>
          <p:cNvPr id="93" name="circle path||entr">
            <a:extLst>
              <a:ext uri="{FF2B5EF4-FFF2-40B4-BE49-F238E27FC236}">
                <a16:creationId xmlns:a16="http://schemas.microsoft.com/office/drawing/2014/main" id="{635286E0-5362-D766-1E20-4E2B8DDED410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circle path||entr</a:t>
            </a:r>
          </a:p>
        </p:txBody>
      </p:sp>
      <p:sp>
        <p:nvSpPr>
          <p:cNvPr id="96" name="right triangle path||entr">
            <a:extLst>
              <a:ext uri="{FF2B5EF4-FFF2-40B4-BE49-F238E27FC236}">
                <a16:creationId xmlns:a16="http://schemas.microsoft.com/office/drawing/2014/main" id="{BF093A0C-BD62-749B-A1D8-F35A99C266DB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right triangle path||entr</a:t>
            </a:r>
          </a:p>
        </p:txBody>
      </p:sp>
      <p:sp>
        <p:nvSpPr>
          <p:cNvPr id="99" name="diamond path||entr">
            <a:extLst>
              <a:ext uri="{FF2B5EF4-FFF2-40B4-BE49-F238E27FC236}">
                <a16:creationId xmlns:a16="http://schemas.microsoft.com/office/drawing/2014/main" id="{039247A0-F242-63D1-3191-9B21BC7641A2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diamond path||entr</a:t>
            </a:r>
          </a:p>
        </p:txBody>
      </p:sp>
      <p:sp>
        <p:nvSpPr>
          <p:cNvPr id="102" name="hexagon path||entr">
            <a:extLst>
              <a:ext uri="{FF2B5EF4-FFF2-40B4-BE49-F238E27FC236}">
                <a16:creationId xmlns:a16="http://schemas.microsoft.com/office/drawing/2014/main" id="{851AC6DC-089D-B041-7837-0A50BD5AECCA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hexagon path||entr</a:t>
            </a:r>
          </a:p>
        </p:txBody>
      </p:sp>
      <p:sp>
        <p:nvSpPr>
          <p:cNvPr id="105" name="5 point star path||entr">
            <a:extLst>
              <a:ext uri="{FF2B5EF4-FFF2-40B4-BE49-F238E27FC236}">
                <a16:creationId xmlns:a16="http://schemas.microsoft.com/office/drawing/2014/main" id="{5CB0A490-2953-028A-D3A6-10A20BEC0C06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5 point star path||entr</a:t>
            </a:r>
          </a:p>
        </p:txBody>
      </p:sp>
      <p:sp>
        <p:nvSpPr>
          <p:cNvPr id="108" name="crescent moon path||entr">
            <a:extLst>
              <a:ext uri="{FF2B5EF4-FFF2-40B4-BE49-F238E27FC236}">
                <a16:creationId xmlns:a16="http://schemas.microsoft.com/office/drawing/2014/main" id="{5E8046A3-AC2B-A452-B498-52BB93C5918C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crescent moon path||entr</a:t>
            </a:r>
          </a:p>
        </p:txBody>
      </p:sp>
      <p:sp>
        <p:nvSpPr>
          <p:cNvPr id="111" name="square path||entr">
            <a:extLst>
              <a:ext uri="{FF2B5EF4-FFF2-40B4-BE49-F238E27FC236}">
                <a16:creationId xmlns:a16="http://schemas.microsoft.com/office/drawing/2014/main" id="{6393BEE4-8E0A-FB98-B06D-3C30DA41A711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square path||entr</a:t>
            </a:r>
          </a:p>
        </p:txBody>
      </p:sp>
      <p:sp>
        <p:nvSpPr>
          <p:cNvPr id="114" name="trapezoid path||entr">
            <a:extLst>
              <a:ext uri="{FF2B5EF4-FFF2-40B4-BE49-F238E27FC236}">
                <a16:creationId xmlns:a16="http://schemas.microsoft.com/office/drawing/2014/main" id="{DD846D25-24CB-9FA3-6B75-E36FFCE2F8E5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trapezoid path||entr</a:t>
            </a:r>
          </a:p>
        </p:txBody>
      </p:sp>
      <p:sp>
        <p:nvSpPr>
          <p:cNvPr id="117" name="heart path||entr">
            <a:extLst>
              <a:ext uri="{FF2B5EF4-FFF2-40B4-BE49-F238E27FC236}">
                <a16:creationId xmlns:a16="http://schemas.microsoft.com/office/drawing/2014/main" id="{5BE4226B-7978-2A9B-646F-9F1CB9489BFD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heart path||entr</a:t>
            </a:r>
          </a:p>
        </p:txBody>
      </p:sp>
      <p:sp>
        <p:nvSpPr>
          <p:cNvPr id="120" name="octagon path||entr">
            <a:extLst>
              <a:ext uri="{FF2B5EF4-FFF2-40B4-BE49-F238E27FC236}">
                <a16:creationId xmlns:a16="http://schemas.microsoft.com/office/drawing/2014/main" id="{AD49881E-91E0-DDDF-083D-F6AFF477E175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octagon path||entr</a:t>
            </a:r>
          </a:p>
        </p:txBody>
      </p:sp>
    </p:spTree>
    <p:extLst>
      <p:ext uri="{BB962C8B-B14F-4D97-AF65-F5344CB8AC3E}">
        <p14:creationId xmlns:p14="http://schemas.microsoft.com/office/powerpoint/2010/main" val="58342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xit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2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*0.0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h+1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1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2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3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3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5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62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6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100000" y="5000"/>
                                    </p:animScale>
                                    <p:animScale>
                                      <p:cBhvr>
                                        <p:cTn id="6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100000" y="5000"/>
                                      <p:to x="120000" y="150000"/>
                                    </p:animScale>
                                    <p:animScale>
                                      <p:cBhvr>
                                        <p:cTn id="67" dur="6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2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1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0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92" dur="50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50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4" dur="50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12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9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250" autoRev="1" fill="remove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4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4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14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1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 override="childStyle">
                                        <p:cTn id="16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italic"/>
                                      </p:to>
                                    </p:set>
                                    <p:set>
                                      <p:cBhvr>
                                        <p:cTn id="16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3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75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6" dur="3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178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8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8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90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47 L 0.25 0 L 0 0 Z" pathEditMode="relative" ptsTypes="">
                                      <p:cBhvr>
                                        <p:cTn id="194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-0.084 L 0.25 0 L 0.125 0.084 L 0 0 Z" pathEditMode="relative" ptsTypes="">
                                      <p:cBhvr>
                                        <p:cTn id="198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L 0.188 0.109 L 0.125 0.217 L 0 0.217 L -0.063 0.109 L 0 0 Z" pathEditMode="relative" ptsTypes="">
                                      <p:cBhvr>
                                        <p:cTn id="202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 0.091 L 0.125 0.091 L 0.048 0.147 L 0.077 0.238 L 0 0.182 L -0.077 0.238 L -0.048 0.147 L -0.125 0.091 L -0.029 0.091 L 0 0 Z" pathEditMode="relative" ptsTypes="">
                                      <p:cBhvr>
                                        <p:cTn id="206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4 -0.005 -0.029 -0.009 -0.044 -0.009 C -0.114 -0.009 -0.169 0.048 -0.169 0.117 C -0.169 0.185 -0.114 0.241 -0.044 0.241 C -0.029 0.241 -0.014 0.238 0 0.233 C -0.047 0.215 -0.08 0.17 -0.08 0.117 C -0.08 0.063 -0.047 0.018 0 0 Z" pathEditMode="relative" ptsTypes="">
                                      <p:cBhvr>
                                        <p:cTn id="210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L 0.25 0.25 L 0 0.25 L 0 0 Z" pathEditMode="relative" ptsTypes="">
                                      <p:cBhvr>
                                        <p:cTn id="214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7 0 L 0.21 0.167 L -0.04 0.167 L 0 0 Z" pathEditMode="relative" ptsTypes="">
                                      <p:cBhvr>
                                        <p:cTn id="218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2 -0.018 0.033 -0.044 0.058 -0.044 C 0.095 -0.044 0.125 -0.017 0.125 0.017 C 0.125 0.028 0.122 0.038 0.116 0.047 C 0.117 0.047 0 0.182 0 0.183 C 0 0.182 -0.117 0.047 -0.116 0.047 C -0.122 0.038 -0.125 0.028 -0.125 0.017 C -0.125 -0.017 -0.095 -0.044 -0.057 -0.044 C -0.033 -0.044 -0.012 -0.018 0 0 Z" pathEditMode="relative" ptsTypes="">
                                      <p:cBhvr>
                                        <p:cTn id="222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3 -0.073 L 0.177 -0.073 L 0.25 0 L 0.25 0.104 L 0.177 0.177 L 0.073 0.177 L 0 0.104 L 0 0 Z" pathEditMode="relative" ptsTypes="">
                                      <p:cBhvr>
                                        <p:cTn id="226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9" grpId="0"/>
      <p:bldP spid="12" grpId="0"/>
      <p:bldP spid="15" grpId="0"/>
      <p:bldP spid="18" grpId="0" animBg="1"/>
      <p:bldP spid="24" grpId="0" animBg="1"/>
      <p:bldP spid="27" grpId="0" animBg="1"/>
      <p:bldP spid="30" grpId="0"/>
      <p:bldP spid="33" grpId="0" animBg="1"/>
      <p:bldP spid="36" grpId="0"/>
      <p:bldP spid="39" grpId="0" animBg="1"/>
      <p:bldP spid="42" grpId="0"/>
      <p:bldP spid="45" grpId="0" animBg="1"/>
      <p:bldP spid="48" grpId="0" animBg="1"/>
      <p:bldP spid="51" grpId="0" animBg="1"/>
      <p:bldP spid="54" grpId="0" animBg="1"/>
      <p:bldP spid="57" grpId="0" animBg="1"/>
      <p:bldP spid="60" grpId="0" animBg="1"/>
      <p:bldP spid="63" grpId="0" animBg="1"/>
      <p:bldP spid="66" grpId="0" animBg="1"/>
      <p:bldP spid="69" grpId="0" animBg="1"/>
      <p:bldP spid="72" grpId="0"/>
      <p:bldP spid="75" grpId="0" animBg="1"/>
      <p:bldP spid="78" grpId="0"/>
      <p:bldP spid="81" grpId="0" animBg="1"/>
      <p:bldP spid="84" grpId="0" animBg="1"/>
      <p:bldP spid="87" grpId="0" animBg="1"/>
      <p:bldP spid="93" grpId="0" animBg="1"/>
      <p:bldP spid="96" grpId="0" animBg="1"/>
      <p:bldP spid="99" grpId="0" animBg="1"/>
      <p:bldP spid="102" grpId="0" animBg="1"/>
      <p:bldP spid="105" grpId="0" animBg="1"/>
      <p:bldP spid="108" grpId="0" animBg="1"/>
      <p:bldP spid="111" grpId="0" animBg="1"/>
      <p:bldP spid="114" grpId="0" animBg="1"/>
      <p:bldP spid="117" grpId="0" animBg="1"/>
      <p:bldP spid="1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026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5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 point star path||entr">
            <a:extLst>
              <a:ext uri="{FF2B5EF4-FFF2-40B4-BE49-F238E27FC236}">
                <a16:creationId xmlns:a16="http://schemas.microsoft.com/office/drawing/2014/main" id="{FF5356B1-B136-85E1-1F9E-2BAECF3DAAAF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6 point star path||entr</a:t>
            </a:r>
          </a:p>
        </p:txBody>
      </p:sp>
      <p:sp>
        <p:nvSpPr>
          <p:cNvPr id="5" name="football path||entr">
            <a:extLst>
              <a:ext uri="{FF2B5EF4-FFF2-40B4-BE49-F238E27FC236}">
                <a16:creationId xmlns:a16="http://schemas.microsoft.com/office/drawing/2014/main" id="{95B4AF2C-0FB3-8CEB-7592-A5037B39C288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football path||entr</a:t>
            </a:r>
          </a:p>
        </p:txBody>
      </p:sp>
      <p:sp>
        <p:nvSpPr>
          <p:cNvPr id="8" name="equal triangle path||entr">
            <a:extLst>
              <a:ext uri="{FF2B5EF4-FFF2-40B4-BE49-F238E27FC236}">
                <a16:creationId xmlns:a16="http://schemas.microsoft.com/office/drawing/2014/main" id="{711A3B08-29D9-A8E8-76CD-FC346D64CEA2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equal triangle path||entr</a:t>
            </a:r>
          </a:p>
        </p:txBody>
      </p:sp>
      <p:sp>
        <p:nvSpPr>
          <p:cNvPr id="11" name="parallelogram path||entr">
            <a:extLst>
              <a:ext uri="{FF2B5EF4-FFF2-40B4-BE49-F238E27FC236}">
                <a16:creationId xmlns:a16="http://schemas.microsoft.com/office/drawing/2014/main" id="{335B16F0-1558-5101-75D8-45E659D14224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parallelogram path||entr</a:t>
            </a:r>
          </a:p>
        </p:txBody>
      </p:sp>
      <p:sp>
        <p:nvSpPr>
          <p:cNvPr id="14" name="pentagon path||entr">
            <a:extLst>
              <a:ext uri="{FF2B5EF4-FFF2-40B4-BE49-F238E27FC236}">
                <a16:creationId xmlns:a16="http://schemas.microsoft.com/office/drawing/2014/main" id="{497BA887-EEDE-CA97-3B0C-C1803540E7A3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pentagon path||entr</a:t>
            </a:r>
          </a:p>
        </p:txBody>
      </p:sp>
      <p:sp>
        <p:nvSpPr>
          <p:cNvPr id="17" name="4 point star path||entr">
            <a:extLst>
              <a:ext uri="{FF2B5EF4-FFF2-40B4-BE49-F238E27FC236}">
                <a16:creationId xmlns:a16="http://schemas.microsoft.com/office/drawing/2014/main" id="{1A985413-7473-462F-C8E1-F06EA35E43E9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4 point star path||entr</a:t>
            </a:r>
          </a:p>
        </p:txBody>
      </p:sp>
      <p:sp>
        <p:nvSpPr>
          <p:cNvPr id="20" name="8 point star path||entr">
            <a:extLst>
              <a:ext uri="{FF2B5EF4-FFF2-40B4-BE49-F238E27FC236}">
                <a16:creationId xmlns:a16="http://schemas.microsoft.com/office/drawing/2014/main" id="{D4BB583D-9FBD-9F96-C160-810D93754F7E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8 point star path||entr</a:t>
            </a:r>
          </a:p>
        </p:txBody>
      </p:sp>
      <p:sp>
        <p:nvSpPr>
          <p:cNvPr id="23" name="teardrop path||entr">
            <a:extLst>
              <a:ext uri="{FF2B5EF4-FFF2-40B4-BE49-F238E27FC236}">
                <a16:creationId xmlns:a16="http://schemas.microsoft.com/office/drawing/2014/main" id="{FC0CC767-DB91-8D8F-F85D-9F24CE29CA02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teardrop path||entr</a:t>
            </a:r>
          </a:p>
        </p:txBody>
      </p:sp>
      <p:sp>
        <p:nvSpPr>
          <p:cNvPr id="26" name="pointy star path||entr">
            <a:extLst>
              <a:ext uri="{FF2B5EF4-FFF2-40B4-BE49-F238E27FC236}">
                <a16:creationId xmlns:a16="http://schemas.microsoft.com/office/drawing/2014/main" id="{65AC142C-FE2C-5A46-0105-AC9FF316193B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pointy star path||entr</a:t>
            </a:r>
          </a:p>
        </p:txBody>
      </p:sp>
      <p:sp>
        <p:nvSpPr>
          <p:cNvPr id="29" name="curved square path||entr">
            <a:extLst>
              <a:ext uri="{FF2B5EF4-FFF2-40B4-BE49-F238E27FC236}">
                <a16:creationId xmlns:a16="http://schemas.microsoft.com/office/drawing/2014/main" id="{78170CED-0930-ABC4-AB6F-C9DD3DE90107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curved square path||entr</a:t>
            </a:r>
          </a:p>
        </p:txBody>
      </p:sp>
      <p:sp>
        <p:nvSpPr>
          <p:cNvPr id="32" name="curved x path||entr">
            <a:extLst>
              <a:ext uri="{FF2B5EF4-FFF2-40B4-BE49-F238E27FC236}">
                <a16:creationId xmlns:a16="http://schemas.microsoft.com/office/drawing/2014/main" id="{B5185755-D369-C9B3-18B8-40FDFECA18DE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curved x path||entr</a:t>
            </a:r>
          </a:p>
        </p:txBody>
      </p:sp>
      <p:sp>
        <p:nvSpPr>
          <p:cNvPr id="35" name="vertical figure 8 path||entr">
            <a:extLst>
              <a:ext uri="{FF2B5EF4-FFF2-40B4-BE49-F238E27FC236}">
                <a16:creationId xmlns:a16="http://schemas.microsoft.com/office/drawing/2014/main" id="{047A828B-CB79-1593-05D0-0346E6C133F3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vertical figure 8 path||entr</a:t>
            </a:r>
          </a:p>
        </p:txBody>
      </p:sp>
      <p:sp>
        <p:nvSpPr>
          <p:cNvPr id="38" name="curvy star path||entr">
            <a:extLst>
              <a:ext uri="{FF2B5EF4-FFF2-40B4-BE49-F238E27FC236}">
                <a16:creationId xmlns:a16="http://schemas.microsoft.com/office/drawing/2014/main" id="{D657A909-73C3-3982-20F5-B577BBB7E423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curvy star path||entr</a:t>
            </a:r>
          </a:p>
        </p:txBody>
      </p:sp>
      <p:sp>
        <p:nvSpPr>
          <p:cNvPr id="41" name="loop de loop path||entr">
            <a:extLst>
              <a:ext uri="{FF2B5EF4-FFF2-40B4-BE49-F238E27FC236}">
                <a16:creationId xmlns:a16="http://schemas.microsoft.com/office/drawing/2014/main" id="{E03C07B8-75B5-E088-F6CC-72F8F6D886C7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loop de loop path||entr</a:t>
            </a:r>
          </a:p>
        </p:txBody>
      </p:sp>
      <p:sp>
        <p:nvSpPr>
          <p:cNvPr id="44" name="buzzsaw path||entr">
            <a:extLst>
              <a:ext uri="{FF2B5EF4-FFF2-40B4-BE49-F238E27FC236}">
                <a16:creationId xmlns:a16="http://schemas.microsoft.com/office/drawing/2014/main" id="{32525559-4E8C-738E-0D1B-3E7073F78611}"/>
              </a:ext>
            </a:extLst>
          </p:cNvPr>
          <p:cNvSpPr/>
          <p:nvPr/>
        </p:nvSpPr>
        <p:spPr>
          <a:xfrm>
            <a:off x="9144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buzzsaw path||entr</a:t>
            </a:r>
          </a:p>
        </p:txBody>
      </p:sp>
      <p:sp>
        <p:nvSpPr>
          <p:cNvPr id="47" name="horizontal figure 8 path||entr">
            <a:extLst>
              <a:ext uri="{FF2B5EF4-FFF2-40B4-BE49-F238E27FC236}">
                <a16:creationId xmlns:a16="http://schemas.microsoft.com/office/drawing/2014/main" id="{9CD2F8AA-0F3D-1A2E-D8E4-8C51A4359110}"/>
              </a:ext>
            </a:extLst>
          </p:cNvPr>
          <p:cNvSpPr/>
          <p:nvPr/>
        </p:nvSpPr>
        <p:spPr>
          <a:xfrm>
            <a:off x="10642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horizontal figure 8 path||entr</a:t>
            </a:r>
          </a:p>
        </p:txBody>
      </p:sp>
      <p:sp>
        <p:nvSpPr>
          <p:cNvPr id="50" name="peanut path||entr">
            <a:extLst>
              <a:ext uri="{FF2B5EF4-FFF2-40B4-BE49-F238E27FC236}">
                <a16:creationId xmlns:a16="http://schemas.microsoft.com/office/drawing/2014/main" id="{C16E411C-045A-F579-02F6-6F5FFAC2664A}"/>
              </a:ext>
            </a:extLst>
          </p:cNvPr>
          <p:cNvSpPr/>
          <p:nvPr/>
        </p:nvSpPr>
        <p:spPr>
          <a:xfrm>
            <a:off x="152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peanut path||entr</a:t>
            </a:r>
          </a:p>
        </p:txBody>
      </p:sp>
      <p:sp>
        <p:nvSpPr>
          <p:cNvPr id="53" name="figure 8 four path||entr">
            <a:extLst>
              <a:ext uri="{FF2B5EF4-FFF2-40B4-BE49-F238E27FC236}">
                <a16:creationId xmlns:a16="http://schemas.microsoft.com/office/drawing/2014/main" id="{6FF1BAF7-1E6C-AF7C-AC52-59087282B4BC}"/>
              </a:ext>
            </a:extLst>
          </p:cNvPr>
          <p:cNvSpPr/>
          <p:nvPr/>
        </p:nvSpPr>
        <p:spPr>
          <a:xfrm>
            <a:off x="1651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figure 8 four path||entr</a:t>
            </a:r>
          </a:p>
        </p:txBody>
      </p:sp>
      <p:sp>
        <p:nvSpPr>
          <p:cNvPr id="56" name="neutron path||entr">
            <a:extLst>
              <a:ext uri="{FF2B5EF4-FFF2-40B4-BE49-F238E27FC236}">
                <a16:creationId xmlns:a16="http://schemas.microsoft.com/office/drawing/2014/main" id="{27A3F321-5820-6888-BB51-438F9CB3C1FD}"/>
              </a:ext>
            </a:extLst>
          </p:cNvPr>
          <p:cNvSpPr/>
          <p:nvPr/>
        </p:nvSpPr>
        <p:spPr>
          <a:xfrm>
            <a:off x="3149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neutron path||entr</a:t>
            </a:r>
          </a:p>
        </p:txBody>
      </p:sp>
      <p:sp>
        <p:nvSpPr>
          <p:cNvPr id="59" name="swoosh path||entr">
            <a:extLst>
              <a:ext uri="{FF2B5EF4-FFF2-40B4-BE49-F238E27FC236}">
                <a16:creationId xmlns:a16="http://schemas.microsoft.com/office/drawing/2014/main" id="{E0DDC212-09F8-58EA-63F4-24CA3F2DA441}"/>
              </a:ext>
            </a:extLst>
          </p:cNvPr>
          <p:cNvSpPr/>
          <p:nvPr/>
        </p:nvSpPr>
        <p:spPr>
          <a:xfrm>
            <a:off x="46482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swoosh path||entr</a:t>
            </a:r>
          </a:p>
        </p:txBody>
      </p:sp>
      <p:sp>
        <p:nvSpPr>
          <p:cNvPr id="62" name="bean path||entr">
            <a:extLst>
              <a:ext uri="{FF2B5EF4-FFF2-40B4-BE49-F238E27FC236}">
                <a16:creationId xmlns:a16="http://schemas.microsoft.com/office/drawing/2014/main" id="{3D87B1A1-3A2F-EA16-5111-03D0FCFE27B7}"/>
              </a:ext>
            </a:extLst>
          </p:cNvPr>
          <p:cNvSpPr/>
          <p:nvPr/>
        </p:nvSpPr>
        <p:spPr>
          <a:xfrm>
            <a:off x="61468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bean path||entr</a:t>
            </a:r>
          </a:p>
        </p:txBody>
      </p:sp>
      <p:sp>
        <p:nvSpPr>
          <p:cNvPr id="65" name="plus path||entr">
            <a:extLst>
              <a:ext uri="{FF2B5EF4-FFF2-40B4-BE49-F238E27FC236}">
                <a16:creationId xmlns:a16="http://schemas.microsoft.com/office/drawing/2014/main" id="{3A989B06-4CA6-59D1-DBA7-5CB4F1F71DB3}"/>
              </a:ext>
            </a:extLst>
          </p:cNvPr>
          <p:cNvSpPr/>
          <p:nvPr/>
        </p:nvSpPr>
        <p:spPr>
          <a:xfrm>
            <a:off x="76454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plus path||entr</a:t>
            </a:r>
          </a:p>
        </p:txBody>
      </p:sp>
      <p:sp>
        <p:nvSpPr>
          <p:cNvPr id="68" name="inverted triangle path||entr">
            <a:extLst>
              <a:ext uri="{FF2B5EF4-FFF2-40B4-BE49-F238E27FC236}">
                <a16:creationId xmlns:a16="http://schemas.microsoft.com/office/drawing/2014/main" id="{8293AB50-3DD4-B856-8E26-14C3110D61F8}"/>
              </a:ext>
            </a:extLst>
          </p:cNvPr>
          <p:cNvSpPr/>
          <p:nvPr/>
        </p:nvSpPr>
        <p:spPr>
          <a:xfrm>
            <a:off x="91440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inverted triangle path||entr</a:t>
            </a:r>
          </a:p>
        </p:txBody>
      </p:sp>
      <p:sp>
        <p:nvSpPr>
          <p:cNvPr id="71" name="inverted square path||entr">
            <a:extLst>
              <a:ext uri="{FF2B5EF4-FFF2-40B4-BE49-F238E27FC236}">
                <a16:creationId xmlns:a16="http://schemas.microsoft.com/office/drawing/2014/main" id="{5FC24ED7-E89C-F7A0-DA18-EFFF6C482699}"/>
              </a:ext>
            </a:extLst>
          </p:cNvPr>
          <p:cNvSpPr/>
          <p:nvPr/>
        </p:nvSpPr>
        <p:spPr>
          <a:xfrm>
            <a:off x="10642600" y="27940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inverted square path||entr</a:t>
            </a:r>
          </a:p>
        </p:txBody>
      </p:sp>
      <p:sp>
        <p:nvSpPr>
          <p:cNvPr id="74" name="left path||entr">
            <a:extLst>
              <a:ext uri="{FF2B5EF4-FFF2-40B4-BE49-F238E27FC236}">
                <a16:creationId xmlns:a16="http://schemas.microsoft.com/office/drawing/2014/main" id="{332960E6-1B32-82C7-D816-9E64FE51B2FB}"/>
              </a:ext>
            </a:extLst>
          </p:cNvPr>
          <p:cNvSpPr/>
          <p:nvPr/>
        </p:nvSpPr>
        <p:spPr>
          <a:xfrm>
            <a:off x="152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left path||entr</a:t>
            </a:r>
          </a:p>
        </p:txBody>
      </p:sp>
      <p:sp>
        <p:nvSpPr>
          <p:cNvPr id="77" name="turn right path||entr">
            <a:extLst>
              <a:ext uri="{FF2B5EF4-FFF2-40B4-BE49-F238E27FC236}">
                <a16:creationId xmlns:a16="http://schemas.microsoft.com/office/drawing/2014/main" id="{884CE0C4-0ADC-A80B-3C00-1621CA73766C}"/>
              </a:ext>
            </a:extLst>
          </p:cNvPr>
          <p:cNvSpPr/>
          <p:nvPr/>
        </p:nvSpPr>
        <p:spPr>
          <a:xfrm>
            <a:off x="1651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turn right path||entr</a:t>
            </a:r>
          </a:p>
        </p:txBody>
      </p:sp>
      <p:sp>
        <p:nvSpPr>
          <p:cNvPr id="80" name="arc down path||entr">
            <a:extLst>
              <a:ext uri="{FF2B5EF4-FFF2-40B4-BE49-F238E27FC236}">
                <a16:creationId xmlns:a16="http://schemas.microsoft.com/office/drawing/2014/main" id="{C201F07B-EEF6-9929-2D9F-4F83416B0090}"/>
              </a:ext>
            </a:extLst>
          </p:cNvPr>
          <p:cNvSpPr/>
          <p:nvPr/>
        </p:nvSpPr>
        <p:spPr>
          <a:xfrm>
            <a:off x="3149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arc down path||entr</a:t>
            </a:r>
          </a:p>
        </p:txBody>
      </p:sp>
      <p:sp>
        <p:nvSpPr>
          <p:cNvPr id="83" name="zigzag path||entr">
            <a:extLst>
              <a:ext uri="{FF2B5EF4-FFF2-40B4-BE49-F238E27FC236}">
                <a16:creationId xmlns:a16="http://schemas.microsoft.com/office/drawing/2014/main" id="{98D9C379-6BAE-8FC4-C609-2E289A939B31}"/>
              </a:ext>
            </a:extLst>
          </p:cNvPr>
          <p:cNvSpPr/>
          <p:nvPr/>
        </p:nvSpPr>
        <p:spPr>
          <a:xfrm>
            <a:off x="46482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zigzag path||entr</a:t>
            </a:r>
          </a:p>
        </p:txBody>
      </p:sp>
      <p:sp>
        <p:nvSpPr>
          <p:cNvPr id="86" name="s curve 2 path||entr">
            <a:extLst>
              <a:ext uri="{FF2B5EF4-FFF2-40B4-BE49-F238E27FC236}">
                <a16:creationId xmlns:a16="http://schemas.microsoft.com/office/drawing/2014/main" id="{0054544C-5130-F1E8-49F3-5313AFFE260C}"/>
              </a:ext>
            </a:extLst>
          </p:cNvPr>
          <p:cNvSpPr/>
          <p:nvPr/>
        </p:nvSpPr>
        <p:spPr>
          <a:xfrm>
            <a:off x="61468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 curve 2 path||entr</a:t>
            </a:r>
          </a:p>
        </p:txBody>
      </p:sp>
      <p:sp>
        <p:nvSpPr>
          <p:cNvPr id="89" name="sine wave path||entr">
            <a:extLst>
              <a:ext uri="{FF2B5EF4-FFF2-40B4-BE49-F238E27FC236}">
                <a16:creationId xmlns:a16="http://schemas.microsoft.com/office/drawing/2014/main" id="{9A27BE32-6E41-843E-1CCA-CFC322CB6FF6}"/>
              </a:ext>
            </a:extLst>
          </p:cNvPr>
          <p:cNvSpPr/>
          <p:nvPr/>
        </p:nvSpPr>
        <p:spPr>
          <a:xfrm>
            <a:off x="76454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sine wave path||entr</a:t>
            </a:r>
          </a:p>
        </p:txBody>
      </p:sp>
      <p:sp>
        <p:nvSpPr>
          <p:cNvPr id="92" name="bounce left path||entr">
            <a:extLst>
              <a:ext uri="{FF2B5EF4-FFF2-40B4-BE49-F238E27FC236}">
                <a16:creationId xmlns:a16="http://schemas.microsoft.com/office/drawing/2014/main" id="{A8D13352-ADEB-1DAA-6401-63772DFA99C6}"/>
              </a:ext>
            </a:extLst>
          </p:cNvPr>
          <p:cNvSpPr/>
          <p:nvPr/>
        </p:nvSpPr>
        <p:spPr>
          <a:xfrm>
            <a:off x="91440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bounce left path||entr</a:t>
            </a:r>
          </a:p>
        </p:txBody>
      </p:sp>
      <p:sp>
        <p:nvSpPr>
          <p:cNvPr id="95" name="down path||entr">
            <a:extLst>
              <a:ext uri="{FF2B5EF4-FFF2-40B4-BE49-F238E27FC236}">
                <a16:creationId xmlns:a16="http://schemas.microsoft.com/office/drawing/2014/main" id="{034C00CD-13D4-8CED-883B-CBB4703F6977}"/>
              </a:ext>
            </a:extLst>
          </p:cNvPr>
          <p:cNvSpPr/>
          <p:nvPr/>
        </p:nvSpPr>
        <p:spPr>
          <a:xfrm>
            <a:off x="10642600" y="41148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down path||entr</a:t>
            </a:r>
          </a:p>
        </p:txBody>
      </p:sp>
      <p:sp>
        <p:nvSpPr>
          <p:cNvPr id="98" name="turn up path||entr">
            <a:extLst>
              <a:ext uri="{FF2B5EF4-FFF2-40B4-BE49-F238E27FC236}">
                <a16:creationId xmlns:a16="http://schemas.microsoft.com/office/drawing/2014/main" id="{B4C1E322-DD59-181A-ECC7-CA65083B375A}"/>
              </a:ext>
            </a:extLst>
          </p:cNvPr>
          <p:cNvSpPr/>
          <p:nvPr/>
        </p:nvSpPr>
        <p:spPr>
          <a:xfrm>
            <a:off x="152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turn up path||entr</a:t>
            </a:r>
          </a:p>
        </p:txBody>
      </p:sp>
      <p:sp>
        <p:nvSpPr>
          <p:cNvPr id="101" name="arc up path||entr">
            <a:extLst>
              <a:ext uri="{FF2B5EF4-FFF2-40B4-BE49-F238E27FC236}">
                <a16:creationId xmlns:a16="http://schemas.microsoft.com/office/drawing/2014/main" id="{5600F56D-D86B-A89A-E2EF-8DC3F2C730EF}"/>
              </a:ext>
            </a:extLst>
          </p:cNvPr>
          <p:cNvSpPr/>
          <p:nvPr/>
        </p:nvSpPr>
        <p:spPr>
          <a:xfrm>
            <a:off x="1651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arc up path||entr</a:t>
            </a:r>
          </a:p>
        </p:txBody>
      </p:sp>
      <p:sp>
        <p:nvSpPr>
          <p:cNvPr id="104" name="heartbeat path||entr">
            <a:extLst>
              <a:ext uri="{FF2B5EF4-FFF2-40B4-BE49-F238E27FC236}">
                <a16:creationId xmlns:a16="http://schemas.microsoft.com/office/drawing/2014/main" id="{BD82FF21-0F05-62D2-8768-91819D6B5B19}"/>
              </a:ext>
            </a:extLst>
          </p:cNvPr>
          <p:cNvSpPr/>
          <p:nvPr/>
        </p:nvSpPr>
        <p:spPr>
          <a:xfrm>
            <a:off x="3149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heartbeat path||entr</a:t>
            </a:r>
          </a:p>
        </p:txBody>
      </p:sp>
      <p:sp>
        <p:nvSpPr>
          <p:cNvPr id="107" name="spiral right path||entr">
            <a:extLst>
              <a:ext uri="{FF2B5EF4-FFF2-40B4-BE49-F238E27FC236}">
                <a16:creationId xmlns:a16="http://schemas.microsoft.com/office/drawing/2014/main" id="{BF2C70EB-EB54-4057-5CCC-930C9165DA4A}"/>
              </a:ext>
            </a:extLst>
          </p:cNvPr>
          <p:cNvSpPr/>
          <p:nvPr/>
        </p:nvSpPr>
        <p:spPr>
          <a:xfrm>
            <a:off x="46482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spiral right path||entr</a:t>
            </a:r>
          </a:p>
        </p:txBody>
      </p:sp>
      <p:sp>
        <p:nvSpPr>
          <p:cNvPr id="110" name="wave path||entr">
            <a:extLst>
              <a:ext uri="{FF2B5EF4-FFF2-40B4-BE49-F238E27FC236}">
                <a16:creationId xmlns:a16="http://schemas.microsoft.com/office/drawing/2014/main" id="{48B3006C-6CA2-84AA-3137-4AD5E092A210}"/>
              </a:ext>
            </a:extLst>
          </p:cNvPr>
          <p:cNvSpPr/>
          <p:nvPr/>
        </p:nvSpPr>
        <p:spPr>
          <a:xfrm>
            <a:off x="61468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wave path||entr</a:t>
            </a:r>
          </a:p>
        </p:txBody>
      </p:sp>
      <p:sp>
        <p:nvSpPr>
          <p:cNvPr id="113" name="curvy left path||entr">
            <a:extLst>
              <a:ext uri="{FF2B5EF4-FFF2-40B4-BE49-F238E27FC236}">
                <a16:creationId xmlns:a16="http://schemas.microsoft.com/office/drawing/2014/main" id="{9ABEE654-7138-AAB3-5333-EBE48702E803}"/>
              </a:ext>
            </a:extLst>
          </p:cNvPr>
          <p:cNvSpPr/>
          <p:nvPr/>
        </p:nvSpPr>
        <p:spPr>
          <a:xfrm>
            <a:off x="76454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curvy left path||entr</a:t>
            </a:r>
          </a:p>
        </p:txBody>
      </p:sp>
      <p:sp>
        <p:nvSpPr>
          <p:cNvPr id="116" name="diagonal down right path||entr">
            <a:extLst>
              <a:ext uri="{FF2B5EF4-FFF2-40B4-BE49-F238E27FC236}">
                <a16:creationId xmlns:a16="http://schemas.microsoft.com/office/drawing/2014/main" id="{D388709D-AAFF-119F-0EA6-DF9EC2D9783D}"/>
              </a:ext>
            </a:extLst>
          </p:cNvPr>
          <p:cNvSpPr/>
          <p:nvPr/>
        </p:nvSpPr>
        <p:spPr>
          <a:xfrm>
            <a:off x="91440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diagonal down right path||entr</a:t>
            </a:r>
          </a:p>
        </p:txBody>
      </p:sp>
      <p:sp>
        <p:nvSpPr>
          <p:cNvPr id="119" name="turn down path||entr">
            <a:extLst>
              <a:ext uri="{FF2B5EF4-FFF2-40B4-BE49-F238E27FC236}">
                <a16:creationId xmlns:a16="http://schemas.microsoft.com/office/drawing/2014/main" id="{E6984436-FFDF-26C5-C43D-A7B65ACE3F24}"/>
              </a:ext>
            </a:extLst>
          </p:cNvPr>
          <p:cNvSpPr/>
          <p:nvPr/>
        </p:nvSpPr>
        <p:spPr>
          <a:xfrm>
            <a:off x="10642600" y="54356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turn down path||entr</a:t>
            </a:r>
          </a:p>
        </p:txBody>
      </p:sp>
    </p:spTree>
    <p:extLst>
      <p:ext uri="{BB962C8B-B14F-4D97-AF65-F5344CB8AC3E}">
        <p14:creationId xmlns:p14="http://schemas.microsoft.com/office/powerpoint/2010/main" val="265153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.062 L 0.108 0.062 L 0.072 0.125 L 0.108 0.187 L 0.036 0.187 L 0 0.25 L -0.036 0.187 L -0.108 0.187 L -0.072 0.125 L -0.108 0.062 L -0.036 0.062 L 0 0 Z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 -0.038 0.075 -0.062 0.125 -0.062 C 0.175 -0.062 0.22 -0.038 0.25 0 C 0.22 0.038 0.175 0.062 0.125 0.062 C 0.075 0.062 0.03 0.038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.216 L -0.125 0.216 L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8 0 L 0.25 0.121 L 0.072 0.121 L 0 0 Z" pathEditMode="relative" ptsTypes="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.091 L 0.077 0.238 L -0.077 0.238 L -0.125 0.091 L 0 0 Z" pathEditMode="relative" ptsTypes="">
                                      <p:cBhvr>
                                        <p:cTn id="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1 -0.034 L 0.125 -0.125 L 0.158 -0.034 L 0.249 0 L 0.158 0.034 L 0.125 0.125 L 0.091 0.034 L 0 0 Z" pathEditMode="relative" ptsTypes="">
                                      <p:cBhvr>
                                        <p:cTn id="2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2 0 L 0.089 -0.037 L 0.125 0 L 0.177 0 L 0.177 0.052 L 0.213 0.089 L 0.177 0.125 L 0.177 0.177 L 0.125 0.177 L 0.089 0.213 L 0.052 0.177 L 0 0.177 L 0 0.125 L -0.037 0.089 L 0 0.052 L 0 0 Z" pathEditMode="relative" ptsTypes="">
                                      <p:cBhvr>
                                        <p:cTn id="3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 0.034 0.011 0.065 0.028 0.085 C 0.028 0.086 0.055 0.113 0.055 0.112 C 0.07 0.127 0.079 0.148 0.079 0.17 C 0.079 0.214 0.044 0.249 0 0.25 C -0.044 0.249 -0.079 0.214 -0.079 0.17 C -0.079 0.148 -0.07 0.127 -0.055 0.112 C -0.055 0.113 -0.028 0.086 -0.028 0.085 C -0.011 0.065 -0.001 0.034 0 0 Z" pathEditMode="relative" ptsTypes="">
                                      <p:cBhvr>
                                        <p:cTn id="3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4 -0.056 0.124 -0.125 C 0.124 -0.056 0.179 -0.001 0.248 -0.001 C 0.179 -0.001 0.125 0.056 0.125 0.125 C 0.125 0.056 0.069 0 0 0 Z" pathEditMode="relative" ptsTypes="">
                                      <p:cBhvr>
                                        <p:cTn id="3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032 0.026 -0.058 0.058 -0.058 L 0.192 -0.058 C 0.224 -0.058 0.25 -0.032 0.25 0 L 0.25 0.132 C 0.25 0.164 0.224 0.191 0.192 0.191 L 0.058 0.191 C 0.026 0.191 0 0.164 0 0.132 Z" pathEditMode="relative" ptsTypes="">
                                      <p:cBhvr>
                                        <p:cTn id="4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6 0.006 0.011 0.011 0.015 0.017 C 0.02 0.011 0.024 0.006 0.03 0 C 0.065 -0.035 0.107 -0.05 0.124 -0.034 C 0.14 -0.017 0.125 0.025 0.09 0.06 C 0.084 0.065 0.079 0.07 0.073 0.075 C 0.079 0.079 0.084 0.084 0.09 0.09 C 0.125 0.125 0.14 0.167 0.124 0.183 C 0.107 0.2 0.065 0.185 0.03 0.15 C 0.024 0.144 0.02 0.139 0.015 0.133 C 0.011 0.139 0.006 0.144 0 0.15 C -0.035 0.185 -0.077 0.2 -0.094 0.183 C -0.11 0.167 -0.095 0.125 -0.06 0.09 C -0.054 0.084 -0.049 0.079 -0.043 0.075 C -0.049 0.07 -0.054 0.065 -0.06 0.06 C -0.095 0.025 -0.11 -0.017 -0.094 -0.034 C -0.077 -0.05 -0.035 -0.035 0 0 Z" pathEditMode="relative" ptsTypes="">
                                      <p:cBhvr>
                                        <p:cTn id="4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3 0 0.06 0.027 0.06 0.06 C 0.06 0.099 0.03 0.113 0.012 0.119 L -0.012 0.125 C -0.03 0.131 -0.06 0.146 -0.06 0.19 C -0.06 0.218 -0.033 0.25 0 0.25 C 0.033 0.25 0.06 0.218 0.06 0.19 C 0.06 0.146 0.03 0.131 0.012 0.125 L -0.012 0.119 C -0.03 0.113 -0.06 0.099 -0.06 0.06 C -0.06 0.027 -0.033 0 0 0 Z" pathEditMode="relative" ptsTypes="">
                                      <p:cBhvr>
                                        <p:cTn id="5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72 0.058 0.1 0.152 0.077 0.238 C -0.015 0.233 -0.093 0.173 -0.125 0.091 C -0.047 0.04 0.051 0.043 0.125 0.091 C 0.092 0.178 0.011 0.233 -0.077 0.238 C -0.101 0.148 -0.068 0.056 0 0 Z" pathEditMode="relative" ptsTypes="">
                                      <p:cBhvr>
                                        <p:cTn id="5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3 0.001 0.042 0.009 0.052 0.021 L 0.075 0.049 C 0.08 0.055 0.088 0.058 0.098 0.058 C 0.112 0.058 0.124 0.05 0.125 0.038 C 0.124 0.028 0.112 0.019 0.098 0.019 C 0.088 0.019 0.08 0.023 0.075 0.028 L 0.052 0.056 C 0.042 0.068 0.023 0.076 0 0.077 C -0.023 0.076 -0.042 0.068 -0.052 0.056 L -0.075 0.028 C -0.08 0.023 -0.088 0.019 -0.098 0.019 C -0.112 0.019 -0.124 0.028 -0.125 0.038 C -0.124 0.05 -0.112 0.058 -0.098 0.058 C -0.088 0.058 -0.08 0.055 -0.075 0.049 L -0.052 0.021 C -0.042 0.009 -0.023 0.001 0 0 Z" pathEditMode="relative" ptsTypes="">
                                      <p:cBhvr>
                                        <p:cTn id="5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2 -0.017 -0.033 -0.046 -0.027 -0.075 C -0.024 -0.085 -0.02 -0.095 -0.014 -0.103 C -0.01 -0.08 0.004 -0.059 0.025 -0.046 C 0.025 -0.074 0.041 -0.101 0.068 -0.113 C 0.077 -0.118 0.087 -0.12 0.097 -0.121 C 0.082 -0.104 0.074 -0.08 0.077 -0.055 C 0.099 -0.073 0.13 -0.077 0.157 -0.064 C 0.166 -0.06 0.175 -0.053 0.181 -0.046 C 0.158 -0.048 0.134 -0.039 0.117 -0.021 C 0.144 -0.015 0.167 0.006 0.174 0.035 C 0.176 0.045 0.176 0.055 0.174 0.065 C 0.161 0.046 0.139 0.033 0.115 0.031 C 0.127 0.056 0.124 0.087 0.106 0.11 C 0.099 0.118 0.091 0.125 0.082 0.129 C 0.089 0.107 0.085 0.082 0.072 0.062 C 0.06 0.087 0.034 0.104 0.004 0.104 C -0.007 0.104 -0.017 0.102 -0.026 0.098 C -0.004 0.09 0.013 0.071 0.021 0.048 C -0.007 0.054 -0.036 0.045 -0.055 0.022 C -0.062 0.013 -0.066 0.004 -0.069 -0.006 C -0.049 0.007 -0.023 0.009 0 0 Z" pathEditMode="relative" ptsTypes="">
                                      <p:cBhvr>
                                        <p:cTn id="6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6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8 0 0.069 0.031 0.069 0.069 C 0.069 0.094 0.056 0.116 0.037 0.129 C 0.037 0.129 0.036 0.129 0.036 0.129 C 0.029 0.134 0.025 0.142 0.025 0.151 C 0.025 0.159 0.029 0.166 0.034 0.171 C 0.042 0.179 0.047 0.191 0.047 0.203 C 0.047 0.229 0.026 0.25 0 0.25 C -0.026 0.25 -0.047 0.229 -0.047 0.203 C -0.047 0.191 -0.042 0.179 -0.034 0.171 C -0.029 0.166 -0.026 0.159 -0.026 0.151 C -0.026 0.142 -0.03 0.134 -0.036 0.129 C -0.036 0.129 -0.037 0.129 -0.037 0.129 C -0.057 0.116 -0.07 0.094 -0.07 0.069 C -0.07 0.031 -0.039 0 0 0 C 0 0 0 0 0 0 Z" pathEditMode="relative" ptsTypes="">
                                      <p:cBhvr>
                                        <p:cTn id="7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7 0 0.031 0.014 0.031 0.031 C 0.031 0.049 0.017 0.063 0 0.063 C -0.017 0.063 -0.031 0.077 -0.031 0.094 C -0.031 0.111 -0.017 0.125 0 0.125 C 0.017 0.125 0.031 0.139 0.031 0.156 C 0.031 0.173 0.017 0.187 0 0.187 C -0.017 0.187 -0.031 0.201 -0.031 0.219 C -0.031 0.236 -0.017 0.25 0 0.25 C 0.017 0.25 0.031 0.236 0.031 0.219 C 0.031 0.201 0.017 0.187 0 0.187 C -0.017 0.187 -0.031 0.173 -0.031 0.156 C -0.031 0.139 -0.017 0.125 0 0.125 C 0.017 0.125 0.031 0.111 0.031 0.094 C 0.031 0.077 0.017 0.063 0 0.063 C -0.017 0.063 -0.031 0.049 -0.031 0.031 C -0.031 0.014 -0.017 0 0 0 Z" pathEditMode="relative" ptsTypes="">
                                      <p:cBhvr>
                                        <p:cTn id="7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7 -0.01 0.014 -0.021 0.021 -0.035 C 0.04 -0.075 0.045 -0.114 0.031 -0.12 C 0.017 -0.127 -0.01 -0.099 -0.029 -0.059 C -0.039 -0.038 -0.045 -0.018 -0.047 -0.003 C -0.05 0.009 -0.051 0.021 -0.051 0.035 C -0.051 0.08 -0.038 0.117 -0.023 0.117 C -0.008 0.117 0.005 0.08 0.005 0.035 C 0.005 0.014 0.002 -0.006 -0.003 -0.02 C -0.005 -0.032 -0.01 -0.045 -0.016 -0.058 C -0.036 -0.099 -0.063 -0.127 -0.077 -0.12 C -0.091 -0.113 -0.086 -0.075 -0.066 -0.034 C -0.058 -0.015 -0.047 0.001 -0.036 0.012 C -0.028 0.022 -0.019 0.031 -0.007 0.04 C 0.029 0.069 0.065 0.082 0.075 0.07 C 0.084 0.058 0.064 0.025 0.028 -0.003 C 0.013 -0.015 -0.003 -0.024 -0.016 -0.03 C -0.028 -0.036 -0.043 -0.041 -0.059 -0.044 C -0.103 -0.054 -0.141 -0.051 -0.144 -0.035 C -0.148 -0.02 -0.115 0 -0.071 0.01 C -0.051 0.014 -0.032 0.016 -0.017 0.015 C -0.004 0.015 0.01 0.013 0.025 0.01 C 0.069 0 0.102 -0.021 0.098 -0.036 C 0.095 -0.051 0.057 -0.055 0.013 -0.045 C -0.008 -0.04 -0.027 -0.033 -0.04 -0.025 C -0.051 -0.019 -0.062 -0.012 -0.074 -0.003 C -0.109 0.026 -0.13 0.058 -0.12 0.07 C -0.111 0.082 -0.074 0.069 -0.039 0.041 C -0.022 0.027 -0.008 0.013 0 0 Z" pathEditMode="relative" ptsTypes="">
                                      <p:cBhvr>
                                        <p:cTn id="7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 0.017 -0.065 0.017 -0.065 C 0.034 -0.118 0.061 -0.139 0.1 -0.139 C 0.12 -0.139 0.138 -0.131 0.152 -0.118 C 0.162 -0.109 0.174 -0.104 0.187 -0.104 C 0.212 -0.104 0.233 -0.122 0.241 -0.148 C 0.241 -0.148 0.25 -0.179 0.25 -0.179 C 0.25 -0.179 0.232 -0.113 0.232 -0.113 C 0.215 -0.061 0.188 -0.04 0.15 -0.04 C 0.13 -0.04 0.111 -0.048 0.096 -0.062 C 0.087 -0.07 0.075 -0.075 0.063 -0.075 C 0.038 -0.075 0.017 -0.057 0.009 -0.031 C 0.009 -0.031 0 0 0 0 Z" pathEditMode="relative" ptsTypes="">
                                      <p:cBhvr>
                                        <p:cTn id="82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-0.003 0.012 -0.034 0.037 -0.032 C 0.075 -0.029 0.09 -0.007 0.125 -0.029 C 0.147 -0.042 0.173 -0.075 0.192 -0.074 C 0.235 -0.073 0.244 -0.039 0.244 -0.008 C 0.245 0.036 0.189 0.073 0.121 0.077 C 0.052 0.08 -0.005 0.033 0 0 Z" pathEditMode="relative" ptsTypes="">
                                      <p:cBhvr>
                                        <p:cTn id="86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118 -0.118 0.132 -0.118 0.011 0 C 0.132 -0.118 0.132 0.132 0.011 0.011 C 0.132 0.132 -0.118 0.132 0 0.011 C -0.118 0.132 -0.118 -0.118 0 0 Z" pathEditMode="relative" ptsTypes="">
                                      <p:cBhvr>
                                        <p:cTn id="90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5 0.024 0.037 0.049 0.055 0.059 C 0.082 0.075 0.108 0.081 0.113 0.073 C 0.117 0.065 0.099 0.045 0.072 0.029 C 0.054 0.019 0.021 0.012 -0.008 0.011 C -0.036 0.012 -0.07 0.019 -0.088 0.029 C -0.115 0.045 -0.133 0.065 -0.128 0.073 C -0.123 0.081 -0.097 0.075 -0.071 0.059 C -0.053 0.049 -0.03 0.024 -0.016 0 C -0.001 -0.025 0.009 -0.058 0.009 -0.079 C 0.009 -0.111 0.002 -0.136 -0.008 -0.136 C -0.017 -0.136 -0.025 -0.111 -0.025 -0.079 C -0.025 -0.058 -0.014 -0.025 0 0 Z" pathEditMode="relative" ptsTypes="">
                                      <p:cBhvr>
                                        <p:cTn id="94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 -0.004 0.01 -0.006 0.015 -0.006 C 0.022 -0.006 0.029 -0.003 0.033 0.002 C 0.05 0.022 0.063 0.066 0.063 0.118 C 0.063 0.118 0.063 0.119 0.063 0.119 C 0.063 0.119 0.063 0.12 0.063 0.12 C 0.063 0.172 0.05 0.217 0.033 0.237 C 0.029 0.241 0.022 0.244 0.015 0.244 C 0.01 0.244 0.004 0.242 0 0.238 C -0.004 0.234 -0.006 0.229 -0.006 0.223 C -0.006 0.216 -0.003 0.21 0.002 0.206 C 0.022 0.188 0.066 0.175 0.118 0.175 C 0.118 0.175 0.119 0.175 0.119 0.175 C 0.119 0.175 0.12 0.175 0.12 0.175 C 0.172 0.175 0.217 0.188 0.237 0.206 C 0.241 0.21 0.244 0.216 0.244 0.223 C 0.244 0.229 0.242 0.234 0.238 0.238 C 0.234 0.242 0.229 0.244 0.223 0.244 C 0.216 0.244 0.21 0.241 0.206 0.237 C 0.188 0.217 0.175 0.172 0.175 0.12 C 0.175 0.12 0.175 0.119 0.175 0.119 C 0.175 0.119 0.175 0.118 0.175 0.118 C 0.175 0.066 0.188 0.022 0.206 0.001 C 0.21 -0.003 0.216 -0.006 0.223 -0.006 C 0.229 -0.006 0.234 -0.004 0.238 0 C 0.242 0.004 0.244 0.01 0.244 0.015 C 0.244 0.022 0.241 0.028 0.237 0.033 C 0.217 0.05 0.172 0.063 0.12 0.063 C 0.12 0.063 0.12 0.063 0.119 0.063 C 0.119 0.063 0.118 0.063 0.118 0.063 C 0.066 0.063 0.022 0.05 0.002 0.033 C -0.003 0.028 -0.006 0.022 -0.006 0.015 C -0.006 0.01 -0.004 0.004 0 0 Z" pathEditMode="relative" ptsTypes="">
                                      <p:cBhvr>
                                        <p:cTn id="98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25 C 0 0.181 0.069 0.25 0.125 0.25 L 0.25 0.25 E" pathEditMode="relative" ptsTypes="">
                                      <p:cBhvr>
                                        <p:cTn id="106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110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6 0.099 L 0.031 0 L 0.047 0.099 L 0.063 0 L 0.078 0.099 L 0.094 0 L 0.109 0.099 L 0.125 0 L 0.141 0.099 L 0.156 0 L 0.172 0.099 L 0.187 0 L 0.203 0.099 L 0.219 0 L 0.234 0.099 L 0.25 0 E" pathEditMode="relative" ptsTypes="">
                                      <p:cBhvr>
                                        <p:cTn id="114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5 0.028 0.062 0.062 0.062 C 0.097 0.062 0.125 0.035 0.125 0 C 0.125 -0.035 0.153 -0.062 0.188 -0.062 C 0.222 -0.062 0.25 -0.035 0.25 0 E" pathEditMode="relative" ptsTypes="">
                                      <p:cBhvr>
                                        <p:cTn id="118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122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 -0.008 -0.018 -0.016 -0.023 -0.016 c -0.031 0 -0.063 0.125 -0.063 0.25 c 0 -0.063 -0.016 -0.125 -0.031 -0.125 c -0.016 0 -0.031 0.063 -0.031 0.125 c 0 -0.031 -0.008 -0.063 -0.016 -0.063 c -0.008 0 -0.016 0.031 -0.016 0.063 c 0 -0.016 -0.004 -0.031 -0.008 -0.031 c -0.004 0 -0.008 0.016 -0.008 0.031 c 0 -0.008 -0.002 -0.016 -0.004 -0.016 c -0.001 0 -0.004 0.008 -0.004 0.016 c 0 -0.004 -0.001 -0.008 -0.002 -0.008 c 0 -0.001 -0.002 0.004 -0.002 0.008 c 0 -0.002 0 -0.004 -0.001 -0.004 c 0 0.001 -0.001 0.002 -0.001 0.004 c 0 -0.001 0 -0.002 0 -0.003 c -0.001 0 -0.001 0.001 -0.001 0.002 c -0.001 0 -0.001 -0.001 -0.001 -0.002 c -0.001 0 -0.001 0.001 -0.001 0.002 E" pathEditMode="relative" ptsTypes="">
                                      <p:cBhvr>
                                        <p:cTn id="126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30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-0.069 0.25 -0.125 L 0.25 -0.25 E" pathEditMode="relative" ptsTypes="">
                                      <p:cBhvr>
                                        <p:cTn id="134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-0.04 C 0.081 -0.049 0.102 -0.054 0.124 -0.054 C 0.149 -0.054 0.169 -0.049 0.183 -0.04 L 0.25 0 E" pathEditMode="relative" ptsTypes="">
                                      <p:cBhvr>
                                        <p:cTn id="138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7 0 C 0.025 0 0.034 -0.014 0.042 -0.016 C 0.048 -0.016 0.059 -0.003 0.064 -0.003 C 0.071 -0.003 0.078 -0.007 0.091 -0.007 L 0.1 -0.162 L 0.11 0.025 L 0.122 0 L 0.132 -0.007 L 0.156 -0.001 C 0.167 -0.004 0.176 -0.017 0.187 -0.022 C 0.191 -0.023 0.2 -0.024 0.206 -0.022 C 0.212 -0.02 0.217 -0.006 0.219 -0.005 C 0.222 -0.001 0.229 -0.005 0.233 -0.003 L 0.239 0 L 0.25 0 E" pathEditMode="relative" ptsTypes="">
                                      <p:cBhvr>
                                        <p:cTn id="142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 -0.067 0.046 -0.125 0.113 -0.129 C 0.177 -0.134 0.237 -0.089 0.241 -0.024 C 0.246 0.036 0.204 0.092 0.144 0.096 C 0.089 0.099 0.037 0.062 0.033 0.006 C 0.029 -0.045 0.064 -0.093 0.115 -0.097 C 0.162 -0.1 0.206 -0.069 0.209 -0.022 C 0.212 0.02 0.184 0.061 0.142 0.063 C 0.104 0.066 0.068 0.042 0.065 0.004 C 0.063 -0.03 0.084 -0.063 0.117 -0.065 C 0.146 -0.067 0.175 -0.049 0.177 -0.02 C 0.179 0.005 0.164 0.029 0.14 0.031 C 0.12 0.033 0.099 0.022 0.098 0.002 C 0.096 -0.014 0.104 -0.031 0.119 -0.033 C 0.131 -0.033 0.143 -0.029 0.145 -0.018 C 0.146 -0.011 0.144 -0.004 0.138 -0.001 C 0.135 0 0.133 0 0.13 -0.001 E" pathEditMode="relative" ptsTypes="">
                                      <p:cBhvr>
                                        <p:cTn id="146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0.063 0.009 0.108 0.016 0.108 C 0.023 0.108 0.029 0.063 0.031 0 C 0.034 0.063 0.04 0.108 0.047 0.108 C 0.054 0.108 0.06 0.063 0.062 0 C 0.065 0.063 0.071 0.108 0.078 0.108 C 0.085 0.108 0.092 0.063 0.094 0 C 0.096 0.063 0.102 0.108 0.11 0.108 C 0.116 0.108 0.123 0.063 0.125 0 C 0.127 0.063 0.134 0.108 0.141 0.108 C 0.148 0.108 0.154 0.063 0.156 0 C 0.159 0.063 0.165 0.108 0.172 0.108 C 0.179 0.108 0.185 0.063 0.188 0 C 0.19 0.063 0.196 0.108 0.203 0.108 C 0.21 0.108 0.217 0.063 0.219 0 C 0.221 0.063 0.227 0.108 0.235 0.108 C 0.242 0.108 0.248 0.063 0.25 0 E" pathEditMode="relative" ptsTypes="">
                                      <p:cBhvr>
                                        <p:cTn id="150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8 0.008 0.017 0.016 0.021 0.026 C 0.025 0.037 0.027 0.05 0.029 0.063 C 0.031 0.076 0.029 0.087 0.027 0.099 C 0.025 0.11 0.022 0.122 0.015 0.132 C 0.009 0.142 -0.001 0.15 -0.012 0.156 C -0.022 0.162 -0.034 0.166 -0.046 0.168 C -0.058 0.17 -0.07 0.17 -0.081 0.168 C -0.093 0.166 -0.104 0.161 -0.113 0.153 C -0.122 0.146 -0.13 0.137 -0.134 0.126 C -0.139 0.116 -0.141 0.102 -0.141 0.091 C -0.142 0.08 -0.141 0.067 -0.136 0.056 C -0.131 0.046 -0.122 0.038 -0.11 0.034 C -0.098 0.031 -0.086 0.035 -0.078 0.042 C -0.071 0.049 -0.066 0.06 -0.065 0.073 C -0.065 0.086 -0.066 0.098 -0.071 0.108 C -0.076 0.118 -0.075 0.12 -0.095 0.133 C -0.113 0.147 -0.131 0.143 -0.142 0.144 C -0.153 0.144 -0.162 0.14 -0.173 0.136 C -0.185 0.131 -0.195 0.122 -0.202 0.114 C -0.209 0.106 -0.212 0.096 -0.216 0.08 C -0.219 0.064 -0.219 0.056 -0.219 0.044 C -0.219 0.032 -0.219 0.02 -0.219 0.008 E" pathEditMode="relative" ptsTypes="">
                                      <p:cBhvr>
                                        <p:cTn id="154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.25 E" pathEditMode="relative" ptsTypes="">
                                      <p:cBhvr>
                                        <p:cTn id="158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0.069 0.25 0.125 L 0.25 0.25 E" pathEditMode="relative" ptsTypes="">
                                      <p:cBhvr>
                                        <p:cTn id="162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animBg="1"/>
      <p:bldP spid="29" grpId="0" animBg="1"/>
      <p:bldP spid="32" grpId="0" animBg="1"/>
      <p:bldP spid="35" grpId="0" animBg="1"/>
      <p:bldP spid="38" grpId="0" animBg="1"/>
      <p:bldP spid="41" grpId="0" animBg="1"/>
      <p:bldP spid="44" grpId="0" animBg="1"/>
      <p:bldP spid="47" grpId="0" animBg="1"/>
      <p:bldP spid="50" grpId="0" animBg="1"/>
      <p:bldP spid="53" grpId="0" animBg="1"/>
      <p:bldP spid="56" grpId="0" animBg="1"/>
      <p:bldP spid="59" grpId="0" animBg="1"/>
      <p:bldP spid="62" grpId="0" animBg="1"/>
      <p:bldP spid="65" grpId="0" animBg="1"/>
      <p:bldP spid="68" grpId="0" animBg="1"/>
      <p:bldP spid="71" grpId="0" animBg="1"/>
      <p:bldP spid="74" grpId="0" animBg="1"/>
      <p:bldP spid="77" grpId="0" animBg="1"/>
      <p:bldP spid="80" grpId="0" animBg="1"/>
      <p:bldP spid="83" grpId="0" animBg="1"/>
      <p:bldP spid="86" grpId="0" animBg="1"/>
      <p:bldP spid="89" grpId="0" animBg="1"/>
      <p:bldP spid="92" grpId="0" animBg="1"/>
      <p:bldP spid="95" grpId="0" animBg="1"/>
      <p:bldP spid="98" grpId="0" animBg="1"/>
      <p:bldP spid="101" grpId="0" animBg="1"/>
      <p:bldP spid="104" grpId="0" animBg="1"/>
      <p:bldP spid="107" grpId="0" animBg="1"/>
      <p:bldP spid="110" grpId="0" animBg="1"/>
      <p:bldP spid="113" grpId="0" animBg="1"/>
      <p:bldP spid="116" grpId="0" animBg="1"/>
      <p:bldP spid="1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932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544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left path||entr">
            <a:extLst>
              <a:ext uri="{FF2B5EF4-FFF2-40B4-BE49-F238E27FC236}">
                <a16:creationId xmlns:a16="http://schemas.microsoft.com/office/drawing/2014/main" id="{22EA9961-F0C9-75E7-434A-73DE59B4F47E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arc left path||entr</a:t>
            </a:r>
          </a:p>
        </p:txBody>
      </p:sp>
      <p:sp>
        <p:nvSpPr>
          <p:cNvPr id="5" name="funnel path||entr">
            <a:extLst>
              <a:ext uri="{FF2B5EF4-FFF2-40B4-BE49-F238E27FC236}">
                <a16:creationId xmlns:a16="http://schemas.microsoft.com/office/drawing/2014/main" id="{AD4148A2-EDCF-3057-2A86-0C7A9CC1264C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funnel path||entr</a:t>
            </a:r>
          </a:p>
        </p:txBody>
      </p:sp>
      <p:sp>
        <p:nvSpPr>
          <p:cNvPr id="8" name="spring path||entr">
            <a:extLst>
              <a:ext uri="{FF2B5EF4-FFF2-40B4-BE49-F238E27FC236}">
                <a16:creationId xmlns:a16="http://schemas.microsoft.com/office/drawing/2014/main" id="{8FAE8CF6-FB44-BA12-AE06-3D3BBDD184BF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spring path||entr</a:t>
            </a:r>
          </a:p>
        </p:txBody>
      </p:sp>
      <p:sp>
        <p:nvSpPr>
          <p:cNvPr id="11" name="bounce right path||entr">
            <a:extLst>
              <a:ext uri="{FF2B5EF4-FFF2-40B4-BE49-F238E27FC236}">
                <a16:creationId xmlns:a16="http://schemas.microsoft.com/office/drawing/2014/main" id="{C0B951FF-1A44-343F-DB6B-3C42E8F92D6C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bounce right path||entr</a:t>
            </a:r>
          </a:p>
        </p:txBody>
      </p:sp>
      <p:sp>
        <p:nvSpPr>
          <p:cNvPr id="14" name="spiral left path||entr">
            <a:extLst>
              <a:ext uri="{FF2B5EF4-FFF2-40B4-BE49-F238E27FC236}">
                <a16:creationId xmlns:a16="http://schemas.microsoft.com/office/drawing/2014/main" id="{51626A00-2CEC-E8E9-332C-1AD8681B0AA6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spiral left path||entr</a:t>
            </a:r>
          </a:p>
        </p:txBody>
      </p:sp>
      <p:sp>
        <p:nvSpPr>
          <p:cNvPr id="17" name="diagonal up right path||entr">
            <a:extLst>
              <a:ext uri="{FF2B5EF4-FFF2-40B4-BE49-F238E27FC236}">
                <a16:creationId xmlns:a16="http://schemas.microsoft.com/office/drawing/2014/main" id="{DF5A8094-84FE-9662-9E58-837F2C3594AD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diagonal up right path||entr</a:t>
            </a:r>
          </a:p>
        </p:txBody>
      </p:sp>
      <p:sp>
        <p:nvSpPr>
          <p:cNvPr id="20" name="turn up right path||entr">
            <a:extLst>
              <a:ext uri="{FF2B5EF4-FFF2-40B4-BE49-F238E27FC236}">
                <a16:creationId xmlns:a16="http://schemas.microsoft.com/office/drawing/2014/main" id="{EC6AF933-125F-20CD-DA69-4398CC5C561B}"/>
              </a:ext>
            </a:extLst>
          </p:cNvPr>
          <p:cNvSpPr/>
          <p:nvPr/>
        </p:nvSpPr>
        <p:spPr>
          <a:xfrm>
            <a:off x="9144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turn up right path||entr</a:t>
            </a:r>
          </a:p>
        </p:txBody>
      </p:sp>
      <p:sp>
        <p:nvSpPr>
          <p:cNvPr id="23" name="arc right path||entr">
            <a:extLst>
              <a:ext uri="{FF2B5EF4-FFF2-40B4-BE49-F238E27FC236}">
                <a16:creationId xmlns:a16="http://schemas.microsoft.com/office/drawing/2014/main" id="{D126E019-06E2-77F6-C77F-684752C8D2CD}"/>
              </a:ext>
            </a:extLst>
          </p:cNvPr>
          <p:cNvSpPr/>
          <p:nvPr/>
        </p:nvSpPr>
        <p:spPr>
          <a:xfrm>
            <a:off x="10642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arc right path||entr</a:t>
            </a:r>
          </a:p>
        </p:txBody>
      </p:sp>
      <p:sp>
        <p:nvSpPr>
          <p:cNvPr id="26" name="s curve 1 path||entr">
            <a:extLst>
              <a:ext uri="{FF2B5EF4-FFF2-40B4-BE49-F238E27FC236}">
                <a16:creationId xmlns:a16="http://schemas.microsoft.com/office/drawing/2014/main" id="{A28F4B26-385E-9F97-FFDB-24C214AD94C8}"/>
              </a:ext>
            </a:extLst>
          </p:cNvPr>
          <p:cNvSpPr/>
          <p:nvPr/>
        </p:nvSpPr>
        <p:spPr>
          <a:xfrm>
            <a:off x="152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 curve 1 path||entr</a:t>
            </a:r>
          </a:p>
        </p:txBody>
      </p:sp>
      <p:sp>
        <p:nvSpPr>
          <p:cNvPr id="29" name="decaying wave path||entr">
            <a:extLst>
              <a:ext uri="{FF2B5EF4-FFF2-40B4-BE49-F238E27FC236}">
                <a16:creationId xmlns:a16="http://schemas.microsoft.com/office/drawing/2014/main" id="{FB490060-084D-343A-4B2D-BF903B305D05}"/>
              </a:ext>
            </a:extLst>
          </p:cNvPr>
          <p:cNvSpPr/>
          <p:nvPr/>
        </p:nvSpPr>
        <p:spPr>
          <a:xfrm>
            <a:off x="16510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decaying wave path||entr</a:t>
            </a:r>
          </a:p>
        </p:txBody>
      </p:sp>
      <p:sp>
        <p:nvSpPr>
          <p:cNvPr id="32" name="curvy right path||entr">
            <a:extLst>
              <a:ext uri="{FF2B5EF4-FFF2-40B4-BE49-F238E27FC236}">
                <a16:creationId xmlns:a16="http://schemas.microsoft.com/office/drawing/2014/main" id="{3DE93283-DFDE-C4B4-5AAF-909496F15654}"/>
              </a:ext>
            </a:extLst>
          </p:cNvPr>
          <p:cNvSpPr/>
          <p:nvPr/>
        </p:nvSpPr>
        <p:spPr>
          <a:xfrm>
            <a:off x="31496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curvy right path||entr</a:t>
            </a:r>
          </a:p>
        </p:txBody>
      </p:sp>
      <p:sp>
        <p:nvSpPr>
          <p:cNvPr id="35" name="stairs down path||entr">
            <a:extLst>
              <a:ext uri="{FF2B5EF4-FFF2-40B4-BE49-F238E27FC236}">
                <a16:creationId xmlns:a16="http://schemas.microsoft.com/office/drawing/2014/main" id="{58692495-E5C6-0C8F-A680-2A827B8BF66B}"/>
              </a:ext>
            </a:extLst>
          </p:cNvPr>
          <p:cNvSpPr/>
          <p:nvPr/>
        </p:nvSpPr>
        <p:spPr>
          <a:xfrm>
            <a:off x="46482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stairs down path||entr</a:t>
            </a:r>
          </a:p>
        </p:txBody>
      </p:sp>
      <p:sp>
        <p:nvSpPr>
          <p:cNvPr id="38" name="up path||entr">
            <a:extLst>
              <a:ext uri="{FF2B5EF4-FFF2-40B4-BE49-F238E27FC236}">
                <a16:creationId xmlns:a16="http://schemas.microsoft.com/office/drawing/2014/main" id="{CEFE3EFF-7A44-DB86-829F-36332BC4416F}"/>
              </a:ext>
            </a:extLst>
          </p:cNvPr>
          <p:cNvSpPr/>
          <p:nvPr/>
        </p:nvSpPr>
        <p:spPr>
          <a:xfrm>
            <a:off x="61468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up path||entr</a:t>
            </a:r>
          </a:p>
        </p:txBody>
      </p:sp>
      <p:sp>
        <p:nvSpPr>
          <p:cNvPr id="41" name="right path||entr">
            <a:extLst>
              <a:ext uri="{FF2B5EF4-FFF2-40B4-BE49-F238E27FC236}">
                <a16:creationId xmlns:a16="http://schemas.microsoft.com/office/drawing/2014/main" id="{F1C4E240-3F8D-D389-7A92-6F9C3A261097}"/>
              </a:ext>
            </a:extLst>
          </p:cNvPr>
          <p:cNvSpPr/>
          <p:nvPr/>
        </p:nvSpPr>
        <p:spPr>
          <a:xfrm>
            <a:off x="7645400" y="14732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right path||entr</a:t>
            </a:r>
          </a:p>
        </p:txBody>
      </p:sp>
    </p:spTree>
    <p:extLst>
      <p:ext uri="{BB962C8B-B14F-4D97-AF65-F5344CB8AC3E}">
        <p14:creationId xmlns:p14="http://schemas.microsoft.com/office/powerpoint/2010/main" val="3637575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 0.067 C -0.049 0.081 -0.054 0.102 -0.054 0.124 C -0.054 0.149 -0.049 0.169 -0.04 0.183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1 0.025 0.06 0.047 0.137 0.048 C 0.198 0.05 0.248 0.038 0.249 0.023 C 0.249 0.008 0.2 -0.006 0.138 -0.007 C 0.107 -0.007 0.079 -0.005 0.059 0 C 0.03 0.007 0.013 0.018 0.013 0.031 C 0.013 0.038 0.018 0.045 0.027 0.051 C 0.048 0.064 0.089 0.073 0.136 0.074 C 0.191 0.076 0.236 0.065 0.236 0.052 C 0.237 0.038 0.192 0.026 0.137 0.024 C 0.109 0.024 0.084 0.026 0.065 0.03 C 0.04 0.037 0.024 0.048 0.024 0.059 C 0.024 0.065 0.029 0.071 0.037 0.077 C 0.056 0.088 0.092 0.097 0.135 0.098 C 0.185 0.099 0.225 0.089 0.225 0.077 C 0.226 0.065 0.186 0.054 0.136 0.053 C 0.111 0.052 0.088 0.054 0.071 0.058 C 0.048 0.064 0.035 0.073 0.035 0.084 C 0.035 0.089 0.039 0.095 0.046 0.1 C 0.063 0.11 0.096 0.118 0.134 0.119 C 0.179 0.119 0.215 0.111 0.215 0.1 C 0.215 0.089 0.18 0.079 0.135 0.078 C 0.113 0.078 0.092 0.08 0.077 0.083 C 0.056 0.088 0.044 0.097 0.043 0.106 C 0.043 0.111 0.048 0.116 0.054 0.12 C 0.069 0.13 0.099 0.137 0.133 0.137 C 0.173 0.138 0.206 0.131 0.206 0.121 C 0.207 0.111 0.174 0.102 0.134 0.101 C 0.114 0.101 0.095 0.102 0.082 0.106 C 0.063 0.11 0.052 0.118 0.052 0.126 C 0.052 0.131 0.055 0.135 0.061 0.139 C 0.075 0.148 0.101 0.154 0.132 0.155 C 0.169 0.155 0.198 0.149 0.198 0.14 C 0.199 0.131 0.17 0.123 0.133 0.122 C 0.115 0.122 0.099 0.123 0.087 0.126 C 0.07 0.13 0.06 0.137 0.06 0.145 C 0.06 0.149 0.063 0.152 0.068 0.156 C 0.08 0.164 0.104 0.169 0.132 0.17 C 0.165 0.171 0.191 0.165 0.191 0.156 C 0.191 0.149 0.166 0.141 0.133 0.141 C 0.116 0.14 0.101 0.142 0.09 0.144 C 0.075 0.148 0.066 0.154 0.066 0.161 C 0.066 0.165 0.069 0.168 0.074 0.171 C 0.085 0.178 0.107 0.183 0.131 0.184 C 0.161 0.185 0.185 0.179 0.185 0.172 C 0.185 0.164 0.161 0.158 0.132 0.157 C 0.118 0.157 0.104 0.158 0.094 0.161 C 0.08 0.164 0.072 0.169 0.072 0.176 C 0.072 0.179 0.075 0.182 0.079 0.185 C 0.089 0.191 0.108 0.196 0.131 0.196 C 0.157 0.197 0.179 0.192 0.179 0.185 C 0.179 0.179 0.158 0.173 0.131 0.173 C 0.119 0.172 0.106 0.173 0.097 0.175 C 0.085 0.179 0.078 0.184 0.078 0.189 C 0.078 0.192 0.08 0.195 0.084 0.197 C 0.093 0.203 0.11 0.207 0.131 0.208 C 0.155 0.208 0.174 0.203 0.174 0.198 C 0.174 0.192 0.155 0.186 0.131 0.186 C 0.119 0.186 0.108 0.187 0.101 0.189 C 0.089 0.191 0.083 0.196 0.083 0.201 C 0.083 0.203 0.085 0.206 0.088 0.208 C 0.096 0.214 0.112 0.217 0.13 0.218 C 0.152 0.218 0.169 0.214 0.169 0.209 C 0.169 0.203 0.152 0.199 0.131 0.198 C 0.12 0.198 0.11 0.199 0.103 0.201 C 0.093 0.203 0.087 0.207 0.087 0.212 C 0.087 0.214 0.089 0.216 0.092 0.218 E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6 0.006 -0.115 0.021 -0.115 0.033 C -0.115 0.044 -0.067 0.052 -0.003 0.052 C 0.061 0.052 0.115 0.044 0.115 0.033 C 0.115 0.021 0.059 0.018 -0.005 0.026 C -0.068 0.035 -0.115 0.05 -0.115 0.061 C -0.115 0.072 -0.066 0.081 -0.003 0.081 C 0.061 0.081 0.115 0.072 0.115 0.061 C 0.115 0.05 0.059 0.047 -0.004 0.055 C -0.068 0.063 -0.115 0.078 -0.115 0.089 C -0.115 0.101 -0.066 0.11 -0.002 0.11 C 0.061 0.11 0.115 0.101 0.115 0.089 C 0.115 0.079 0.059 0.076 -0.004 0.083 C -0.067 0.091 -0.115 0.107 -0.115 0.118 C -0.115 0.129 -0.065 0.138 -0.002 0.138 C 0.063 0.138 0.115 0.129 0.115 0.118 C 0.115 0.107 0.06 0.104 -0.003 0.112 C -0.066 0.12 -0.115 0.135 -0.115 0.146 C -0.115 0.158 -0.065 0.166 -0.001 0.166 C 0.063 0.166 0.115 0.157 0.115 0.146 C 0.115 0.135 0.06 0.132 -0.003 0.14 C -0.066 0.148 -0.115 0.164 -0.115 0.174 C -0.115 0.185 -0.064 0.194 -0.001 0.194 C 0.063 0.194 0.115 0.185 0.115 0.174 C 0.115 0.164 0.061 0.161 -0.003 0.168 C -0.066 0.176 -0.115 0.192 -0.115 0.203 C -0.115 0.213 -0.064 0.223 0 0.223 C 0.064 0.223 0.115 0.214 0.115 0.203 C 0.115 0.192 0.061 0.189 -0.002 0.197 C -0.065 0.205 -0.116 0.22 -0.115 0.231 C -0.114 0.242 -0.064 0.25 0 0.25 C 0.064 0.25 0.115 0.241 0.115 0.23 C 0.115 0.22 0.063 0.217 0 0.226 E" pathEditMode="relative" ptsTypes="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 -0.008 0.018 -0.016 0.023 -0.016 c 0.031 0 0.063 0.125 0.063 0.25 c 0 -0.063 0.016 -0.125 0.031 -0.125 c 0.016 0 0.031 0.063 0.031 0.125 c 0 -0.031 0.008 -0.063 0.016 -0.063 c 0.008 0 0.016 0.031 0.016 0.063 c 0 -0.016 0.004 -0.031 0.008 -0.031 c 0.004 0 0.008 0.016 0.008 0.031 c 0 -0.008 0.002 -0.016 0.004 -0.016 c 0.001 0 0.004 0.008 0.004 0.016 c 0 -0.004 0.001 -0.008 0.002 -0.008 c 0 0.001 0.002 0.004 0.002 0.008 c 0 -0.002 0 -0.004 0.001 -0.004 c 0 0.001 0.001 0.002 0.001 0.004 c 0 -0.001 0 -0.002 0 -0.003 c 0.001 0 0.001 0.001 0.001 0.002 c 0.001 0 0.001 -0.001 0.001 -0.002 c 0.001 0 0.001 0.001 0.001 0.002 E" pathEditMode="relative" ptsTypes="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4 -0.067 -0.046 -0.125 -0.113 -0.129 C -0.177 -0.134 -0.237 -0.089 -0.241 -0.024 C -0.246 0.036 -0.204 0.092 -0.144 0.096 C -0.089 0.099 -0.037 0.062 -0.033 0.006 C -0.029 -0.045 -0.064 -0.093 -0.115 -0.097 C -0.162 -0.1 -0.206 -0.069 -0.209 -0.022 C -0.212 0.02 -0.184 0.061 -0.142 0.063 C -0.104 0.066 -0.068 0.042 -0.065 0.004 C -0.063 -0.03 -0.084 -0.063 -0.117 -0.065 C -0.146 -0.067 -0.175 -0.049 -0.177 -0.02 C -0.179 0.005 -0.164 0.029 -0.14 0.031 C -0.12 0.033 -0.099 0.022 -0.098 0.002 C -0.096 -0.014 -0.104 -0.031 -0.119 -0.033 C -0.131 -0.033 -0.143 -0.029 -0.145 -0.018 C -0.146 -0.011 -0.144 -0.004 -0.138 -0.001 C -0.135 0 -0.133 0 -0.13 -0.001 E" pathEditMode="relative" ptsTypes="">
                                      <p:cBhvr>
                                        <p:cTn id="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-0.25 E" pathEditMode="relative" ptsTypes="">
                                      <p:cBhvr>
                                        <p:cTn id="2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125 C 0 -0.181 0.069 -0.25 0.125 -0.25 L 0.25 -0.25 E" pathEditMode="relative" ptsTypes="">
                                      <p:cBhvr>
                                        <p:cTn id="3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 0.067 C 0.049 0.081 0.054 0.102 0.054 0.124 C 0.054 0.149 0.049 0.169 0.04 0.183 L 0 0.25 E" pathEditMode="relative" ptsTypes="">
                                      <p:cBhvr>
                                        <p:cTn id="3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035 0.028 -0.062 0.062 -0.062 C 0.097 -0.062 0.125 -0.035 0.125 0 C 0.125 0.035 0.153 0.062 0.188 0.062 C 0.222 0.062 0.25 0.035 0.25 0 E" pathEditMode="relative" ptsTypes="">
                                      <p:cBhvr>
                                        <p:cTn id="3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2 0.053 0.007 0.127 0.025 0.126 C 0.051 0.126 0.053 -0.122 0.084 -0.123 C 0.112 -0.123 0.097 0.094 0.124 0.093 C 0.152 0.093 0.137 -0.064 0.167 -0.064 C 0.194 -0.064 0.179 0.042 0.203 0.042 C 0.226 0.042 0.214 -0.039 0.235 -0.039 C 0.247 -0.039 0.248 -0.017 0.249 0 E" pathEditMode="relative" ptsTypes="">
                                      <p:cBhvr>
                                        <p:cTn id="4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8 0.008 -0.017 0.016 -0.021 0.026 C -0.025 0.037 -0.027 0.05 -0.029 0.063 C -0.031 0.076 -0.029 0.087 -0.027 0.099 C -0.025 0.11 -0.022 0.122 -0.015 0.132 C -0.009 0.142 0.001 0.15 0.012 0.156 C 0.022 0.162 0.034 0.166 0.046 0.168 C 0.058 0.17 0.07 0.17 0.081 0.168 C 0.093 0.166 0.104 0.161 0.113 0.153 C 0.122 0.146 0.13 0.137 0.134 0.126 C 0.139 0.116 0.141 0.102 0.141 0.091 C 0.142 0.08 0.141 0.067 0.136 0.056 C 0.131 0.046 0.122 0.038 0.11 0.034 C 0.098 0.031 0.086 0.035 0.078 0.042 C 0.071 0.049 0.066 0.06 0.065 0.073 C 0.065 0.086 0.066 0.098 0.071 0.108 C 0.076 0.118 0.075 0.12 0.095 0.133 C 0.113 0.147 0.131 0.143 0.142 0.144 C 0.153 0.144 0.162 0.14 0.173 0.136 C 0.185 0.131 0.195 0.122 0.202 0.114 C 0.209 0.106 0.212 0.096 0.216 0.08 C 0.219 0.064 0.219 0.056 0.219 0.044 C 0.219 0.032 0.219 0.02 0.219 0.008 E" pathEditMode="relative" ptsTypes="">
                                      <p:cBhvr>
                                        <p:cTn id="4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 l 0 0.036 l 0.036 0 l 0 0.036 l 0.036 0 l 0 0.036 l 0.036 0 l 0 0.036 l 0.036 0 l 0 0.036 l 0.036 0 l 0 0.036 l 0.036 0 l 0 0.036 E" pathEditMode="relative" ptsTypes="">
                                      <p:cBhvr>
                                        <p:cTn id="5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5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5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animBg="1"/>
      <p:bldP spid="29" grpId="0" animBg="1"/>
      <p:bldP spid="32" grpId="0" animBg="1"/>
      <p:bldP spid="35" grpId="0" animBg="1"/>
      <p:bldP spid="38" grpId="0" animBg="1"/>
      <p:bldP spid="4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first level">
            <a:extLst>
              <a:ext uri="{FF2B5EF4-FFF2-40B4-BE49-F238E27FC236}">
                <a16:creationId xmlns:a16="http://schemas.microsoft.com/office/drawing/2014/main" id="{F3EA1DA3-7CC0-96A3-78D3-5F663623B271}"/>
              </a:ext>
            </a:extLst>
          </p:cNvPr>
          <p:cNvSpPr/>
          <p:nvPr/>
        </p:nvSpPr>
        <p:spPr>
          <a:xfrm>
            <a:off x="254000" y="1270000"/>
            <a:ext cx="3810000" cy="2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Alpha</a:t>
            </a:r>
          </a:p>
          <a:p>
            <a:pPr lvl="1" algn="ctr"/>
            <a:r>
              <a:rPr lang="de-DE"/>
              <a:t>Beta</a:t>
            </a:r>
          </a:p>
          <a:p>
            <a:pPr algn="ctr"/>
            <a:r>
              <a:rPr lang="de-DE"/>
              <a:t>Gamma</a:t>
            </a:r>
          </a:p>
        </p:txBody>
      </p:sp>
      <p:sp>
        <p:nvSpPr>
          <p:cNvPr id="3" name="text second level">
            <a:extLst>
              <a:ext uri="{FF2B5EF4-FFF2-40B4-BE49-F238E27FC236}">
                <a16:creationId xmlns:a16="http://schemas.microsoft.com/office/drawing/2014/main" id="{4FD13DFB-499D-397C-CF94-4E36492D7278}"/>
              </a:ext>
            </a:extLst>
          </p:cNvPr>
          <p:cNvSpPr/>
          <p:nvPr/>
        </p:nvSpPr>
        <p:spPr>
          <a:xfrm>
            <a:off x="4191000" y="1270000"/>
            <a:ext cx="3810000" cy="2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Alpha</a:t>
            </a:r>
          </a:p>
          <a:p>
            <a:pPr lvl="1" algn="ctr"/>
            <a:r>
              <a:rPr lang="de-DE"/>
              <a:t>Beta</a:t>
            </a:r>
          </a:p>
          <a:p>
            <a:pPr algn="ctr"/>
            <a:r>
              <a:rPr lang="de-DE"/>
              <a:t>Gamma</a:t>
            </a:r>
          </a:p>
        </p:txBody>
      </p:sp>
      <p:sp>
        <p:nvSpPr>
          <p:cNvPr id="4" name="text all levels">
            <a:extLst>
              <a:ext uri="{FF2B5EF4-FFF2-40B4-BE49-F238E27FC236}">
                <a16:creationId xmlns:a16="http://schemas.microsoft.com/office/drawing/2014/main" id="{8F132901-1C97-15E6-E674-F28EB9B74F06}"/>
              </a:ext>
            </a:extLst>
          </p:cNvPr>
          <p:cNvSpPr/>
          <p:nvPr/>
        </p:nvSpPr>
        <p:spPr>
          <a:xfrm>
            <a:off x="8128000" y="1270000"/>
            <a:ext cx="3810000" cy="2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Alpha</a:t>
            </a:r>
          </a:p>
          <a:p>
            <a:pPr lvl="1" algn="ctr"/>
            <a:r>
              <a:rPr lang="de-DE"/>
              <a:t>Beta</a:t>
            </a:r>
          </a:p>
          <a:p>
            <a:pPr algn="ctr"/>
            <a:r>
              <a:rPr lang="de-DE"/>
              <a:t>Gamma</a:t>
            </a:r>
          </a:p>
        </p:txBody>
      </p:sp>
    </p:spTree>
    <p:extLst>
      <p:ext uri="{BB962C8B-B14F-4D97-AF65-F5344CB8AC3E}">
        <p14:creationId xmlns:p14="http://schemas.microsoft.com/office/powerpoint/2010/main" val="100803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bldLvl="2" animBg="1"/>
      <p:bldP spid="4" grpId="0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ming with previous">
            <a:extLst>
              <a:ext uri="{FF2B5EF4-FFF2-40B4-BE49-F238E27FC236}">
                <a16:creationId xmlns:a16="http://schemas.microsoft.com/office/drawing/2014/main" id="{09B6A90E-C1F1-D912-528A-0A8CAA43FF42}"/>
              </a:ext>
            </a:extLst>
          </p:cNvPr>
          <p:cNvSpPr/>
          <p:nvPr/>
        </p:nvSpPr>
        <p:spPr>
          <a:xfrm>
            <a:off x="152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timing with previous</a:t>
            </a:r>
          </a:p>
        </p:txBody>
      </p:sp>
      <p:sp>
        <p:nvSpPr>
          <p:cNvPr id="3" name="timing after previous">
            <a:extLst>
              <a:ext uri="{FF2B5EF4-FFF2-40B4-BE49-F238E27FC236}">
                <a16:creationId xmlns:a16="http://schemas.microsoft.com/office/drawing/2014/main" id="{94D230D4-0406-E29E-01F2-24F305320F0A}"/>
              </a:ext>
            </a:extLst>
          </p:cNvPr>
          <p:cNvSpPr/>
          <p:nvPr/>
        </p:nvSpPr>
        <p:spPr>
          <a:xfrm>
            <a:off x="16510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timing after previous</a:t>
            </a:r>
          </a:p>
        </p:txBody>
      </p:sp>
      <p:sp>
        <p:nvSpPr>
          <p:cNvPr id="4" name="timing delay 1.5">
            <a:extLst>
              <a:ext uri="{FF2B5EF4-FFF2-40B4-BE49-F238E27FC236}">
                <a16:creationId xmlns:a16="http://schemas.microsoft.com/office/drawing/2014/main" id="{368BEEE1-6AED-72B8-B424-865DBC04F5BE}"/>
              </a:ext>
            </a:extLst>
          </p:cNvPr>
          <p:cNvSpPr/>
          <p:nvPr/>
        </p:nvSpPr>
        <p:spPr>
          <a:xfrm>
            <a:off x="31496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timing delay 1.5</a:t>
            </a:r>
          </a:p>
        </p:txBody>
      </p:sp>
      <p:sp>
        <p:nvSpPr>
          <p:cNvPr id="5" name="timing repeat 3 rewind">
            <a:extLst>
              <a:ext uri="{FF2B5EF4-FFF2-40B4-BE49-F238E27FC236}">
                <a16:creationId xmlns:a16="http://schemas.microsoft.com/office/drawing/2014/main" id="{14A72B7D-3E24-3F2A-82D7-61D7F74B1F2D}"/>
              </a:ext>
            </a:extLst>
          </p:cNvPr>
          <p:cNvSpPr/>
          <p:nvPr/>
        </p:nvSpPr>
        <p:spPr>
          <a:xfrm>
            <a:off x="46482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timing repeat 3 rewind</a:t>
            </a:r>
          </a:p>
        </p:txBody>
      </p:sp>
      <p:sp>
        <p:nvSpPr>
          <p:cNvPr id="6" name="timing smooth">
            <a:extLst>
              <a:ext uri="{FF2B5EF4-FFF2-40B4-BE49-F238E27FC236}">
                <a16:creationId xmlns:a16="http://schemas.microsoft.com/office/drawing/2014/main" id="{33651DB6-D97E-85B6-0542-1E940233F28B}"/>
              </a:ext>
            </a:extLst>
          </p:cNvPr>
          <p:cNvSpPr/>
          <p:nvPr/>
        </p:nvSpPr>
        <p:spPr>
          <a:xfrm>
            <a:off x="61468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timing smooth</a:t>
            </a:r>
          </a:p>
        </p:txBody>
      </p:sp>
      <p:sp>
        <p:nvSpPr>
          <p:cNvPr id="7" name="timing rewind">
            <a:extLst>
              <a:ext uri="{FF2B5EF4-FFF2-40B4-BE49-F238E27FC236}">
                <a16:creationId xmlns:a16="http://schemas.microsoft.com/office/drawing/2014/main" id="{FEAC3EE4-E5AD-521B-4F90-AFA5E511BD8A}"/>
              </a:ext>
            </a:extLst>
          </p:cNvPr>
          <p:cNvSpPr/>
          <p:nvPr/>
        </p:nvSpPr>
        <p:spPr>
          <a:xfrm>
            <a:off x="7645400" y="152400"/>
            <a:ext cx="1371600" cy="116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timing rewind</a:t>
            </a:r>
          </a:p>
        </p:txBody>
      </p:sp>
    </p:spTree>
    <p:extLst>
      <p:ext uri="{BB962C8B-B14F-4D97-AF65-F5344CB8AC3E}">
        <p14:creationId xmlns:p14="http://schemas.microsoft.com/office/powerpoint/2010/main" val="106143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repeatCount="300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2224</Words>
  <Application>Microsoft Macintosh PowerPoint</Application>
  <PresentationFormat>Breitbild</PresentationFormat>
  <Paragraphs>469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2026-10-28T08:24:24Z</dcterms:created>
  <dcterms:modified xsi:type="dcterms:W3CDTF">2026-10-28T08:29:59Z</dcterms:modified>
</cp:coreProperties>
</file>