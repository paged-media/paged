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97659-4DE4-C9FB-B324-79CC60E1A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D8606E-8F24-1BE9-4E86-8AF45EA29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455C02-E36C-A623-1F28-5387569B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C72724-0726-2BC5-55B2-B50A7CA3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0582C-DAE0-4405-605A-176AB7EB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31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7FA325-BBDC-B032-ED0A-F28C78EFB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A00DED-EB70-4C11-91D9-8CBDA29E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500DED-980F-DA0C-0E3B-96F8999C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6B353-2FBE-3CF6-B80E-C8BED607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5C5CAD-1F49-6ECF-14A3-FA565378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86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63089-8733-5B1C-7089-EFEBD0361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6FACE8-E97E-7105-9A75-8A27D2B2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201F2A-ADE9-4A2C-2F65-383A5F30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D18B1C-48BE-CAAD-D83A-A99E2031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7B49AD-2C27-CA06-01F6-8363733F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42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C47734-C6DA-B765-7F71-859BDED0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544BAE-01D2-A7C5-F627-493AF2971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8BA14E-DAE9-422B-EEDF-6A1AF240E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D1F588-2D8F-2003-B36D-5AA33D24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E042AB-C83D-7CE0-2577-94A5C6E7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E98F90-68E0-EB3F-BB02-D238D396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0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870E6-E59B-4CD7-BFF6-2C5D5D14C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949397-E94B-EFD3-B243-62F3172B2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3B14E5-2FAE-BF1C-16E6-1DBFD174E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82060A-D5D9-5E8F-23C7-76F92953A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2EF2031-E65A-6132-1376-5B6903F16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EF8B7FC-2F56-4489-3CFD-EE458A33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6A16C18-5A58-8666-5FC0-B9C111C9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14FBC9-1027-657E-137E-C5F962E2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63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0D82F4-83DE-579A-27F8-04192EC6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0215E1-3413-AD4E-C667-F4D4F627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3EF1C6-40C0-57D9-1642-BDD0A86E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F9FA57-D05A-59EC-49B5-3916B158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429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514226-525F-8F85-9AE6-B9D09BFC2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B92491-3FBE-ABB6-1D3A-7241E884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56A2AC-9BEB-6319-0262-FBA2B1DF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08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4367AF-44F7-2D1F-FC3F-4FD4207B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F6130B-9FBE-BC20-0586-11B6155A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B51132-9545-8D6F-C05A-E253F2B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B17219-9766-F23A-1CC9-D62CD22A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0BE6F1-ECD1-4373-2204-F95405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F2753C-64A0-8877-019C-298D1DE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23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06A19-C347-1BDB-6AE4-6158FA03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CAB9AC8-656E-17E5-3010-B45CF1527F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0AEB28-4780-A905-CA55-29A5032B0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7C0D85-2030-9B8D-5169-A84D4E53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03DF27-E4BE-18F2-2A68-901C7622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ED30B6-5024-973E-E0C1-624E2305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76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30CB5E-E1BA-8EFC-55A9-27144E7F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AE22FC-2B9E-3E52-B6B1-2FE7457BB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E5E27-E4BF-EFFF-3520-182179D9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5E39D7-4702-9C4A-68FE-8F201E1E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248DE1-C10D-8D0B-05C6-DBF89A63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586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C40F9BB-D913-5973-4CB3-490EE1D34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E9FD8C-6BE8-49F8-4BBF-4D4727DE4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826FCF-4366-4AC7-E70E-754D8494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699C4-5AA9-E70D-C572-24516859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6ACC96-29D8-937D-405D-6A5A44A6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78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439070A-3FC2-6A40-EB4B-807479E3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9F4F3B-C68F-0EDC-624E-0D860FE31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6B90E-F009-4B26-5A07-511659EEE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73527-D4A7-C84A-928F-23F54B9D52D1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6185A5-CFE0-5EAB-CDBD-D66365E8C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B9085B-7BB9-B29F-20E0-7116CF034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578F4-5604-9342-B305-44B19B0AE6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02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731520"/>
            <a:ext cx="2286000" cy="1371600"/>
          </a:xfrm>
          <a:prstGeom prst="roundRect">
            <a:avLst>
              <a:gd name="adj" fmla="val 3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Live</a:t>
            </a:r>
          </a:p>
        </p:txBody>
      </p:sp>
      <p:sp>
        <p:nvSpPr>
          <p:cNvPr id="3" name="Callout 2"/>
          <p:cNvSpPr/>
          <p:nvPr/>
        </p:nvSpPr>
        <p:spPr>
          <a:xfrm>
            <a:off x="4114800" y="731520"/>
            <a:ext cx="2286000" cy="1097280"/>
          </a:xfrm>
          <a:prstGeom prst="wedgeRectCallout">
            <a:avLst>
              <a:gd name="adj1" fmla="val -40000"/>
              <a:gd name="adj2" fmla="val 9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an 3"/>
          <p:cNvSpPr/>
          <p:nvPr/>
        </p:nvSpPr>
        <p:spPr>
          <a:xfrm>
            <a:off x="7589520" y="548640"/>
            <a:ext cx="1097280" cy="16459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flipH="1">
            <a:off x="9418320" y="731520"/>
            <a:ext cx="1371600" cy="13716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Box A"/>
          <p:cNvSpPr/>
          <p:nvPr/>
        </p:nvSpPr>
        <p:spPr>
          <a:xfrm>
            <a:off x="914400" y="4114800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Box A</a:t>
            </a:r>
          </a:p>
        </p:txBody>
      </p:sp>
      <p:sp>
        <p:nvSpPr>
          <p:cNvPr id="7" name="Box B"/>
          <p:cNvSpPr/>
          <p:nvPr/>
        </p:nvSpPr>
        <p:spPr>
          <a:xfrm>
            <a:off x="5029200" y="3200400"/>
            <a:ext cx="1828800" cy="1097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Box B</a:t>
            </a:r>
          </a:p>
        </p:txBody>
      </p:sp>
      <p:sp>
        <p:nvSpPr>
          <p:cNvPr id="8" name="Box C"/>
          <p:cNvSpPr/>
          <p:nvPr/>
        </p:nvSpPr>
        <p:spPr>
          <a:xfrm>
            <a:off x="9144000" y="45720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Box C</a:t>
            </a:r>
          </a:p>
        </p:txBody>
      </p:sp>
      <p:cxnSp>
        <p:nvCxnSpPr>
          <p:cNvPr id="9" name="Elbow Connector 8"/>
          <p:cNvCxnSpPr>
            <a:stCxn id="6" idx="3"/>
            <a:endCxn id="7" idx="2"/>
          </p:cNvCxnSpPr>
          <p:nvPr/>
        </p:nvCxnSpPr>
        <p:spPr>
          <a:xfrm flipV="1">
            <a:off x="2743200" y="3749040"/>
            <a:ext cx="2286000" cy="822960"/>
          </a:xfrm>
          <a:prstGeom prst="bentConnector3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0" name="Straight Arrow Connector 9"/>
          <p:cNvCxnSpPr>
            <a:stCxn id="6" idx="0"/>
            <a:endCxn id="7" idx="0"/>
          </p:cNvCxnSpPr>
          <p:nvPr/>
        </p:nvCxnSpPr>
        <p:spPr>
          <a:xfrm flipV="1">
            <a:off x="1828800" y="3200400"/>
            <a:ext cx="4114800" cy="91440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1" name="Curved Connector 10"/>
          <p:cNvCxnSpPr>
            <a:stCxn id="7" idx="6"/>
            <a:endCxn id="8" idx="1"/>
          </p:cNvCxnSpPr>
          <p:nvPr/>
        </p:nvCxnSpPr>
        <p:spPr>
          <a:xfrm>
            <a:off x="6858000" y="3749040"/>
            <a:ext cx="2286000" cy="1280160"/>
          </a:xfrm>
          <a:prstGeom prst="curvedConnector3">
            <a:avLst/>
          </a:prstGeom>
          <a:ln w="19050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31972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731520"/>
            <a:ext cx="3657600" cy="914400"/>
          </a:xfrm>
          <a:prstGeom prst="roundRect">
            <a:avLst>
              <a:gd name="adj" fmla="val 3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Live</a:t>
            </a:r>
          </a:p>
        </p:txBody>
      </p:sp>
      <p:sp>
        <p:nvSpPr>
          <p:cNvPr id="3" name="Callout 2"/>
          <p:cNvSpPr/>
          <p:nvPr/>
        </p:nvSpPr>
        <p:spPr>
          <a:xfrm>
            <a:off x="4114800" y="731520"/>
            <a:ext cx="2286000" cy="1097280"/>
          </a:xfrm>
          <a:prstGeom prst="wedgeRectCallout">
            <a:avLst>
              <a:gd name="adj1" fmla="val -40000"/>
              <a:gd name="adj2" fmla="val 9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an 3"/>
          <p:cNvSpPr/>
          <p:nvPr/>
        </p:nvSpPr>
        <p:spPr>
          <a:xfrm>
            <a:off x="7589520" y="548640"/>
            <a:ext cx="1097280" cy="16459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flipH="1">
            <a:off x="9418320" y="731520"/>
            <a:ext cx="1371600" cy="13716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Box A"/>
          <p:cNvSpPr/>
          <p:nvPr/>
        </p:nvSpPr>
        <p:spPr>
          <a:xfrm>
            <a:off x="914400" y="4114800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Box A</a:t>
            </a:r>
          </a:p>
        </p:txBody>
      </p:sp>
      <p:sp>
        <p:nvSpPr>
          <p:cNvPr id="7" name="Box B"/>
          <p:cNvSpPr/>
          <p:nvPr/>
        </p:nvSpPr>
        <p:spPr>
          <a:xfrm>
            <a:off x="5486400" y="4114800"/>
            <a:ext cx="1828800" cy="1097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Box B</a:t>
            </a:r>
          </a:p>
        </p:txBody>
      </p:sp>
      <p:sp>
        <p:nvSpPr>
          <p:cNvPr id="8" name="Box C"/>
          <p:cNvSpPr/>
          <p:nvPr/>
        </p:nvSpPr>
        <p:spPr>
          <a:xfrm>
            <a:off x="9144000" y="45720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Box C</a:t>
            </a:r>
          </a:p>
        </p:txBody>
      </p:sp>
      <p:cxnSp>
        <p:nvCxnSpPr>
          <p:cNvPr id="9" name="Elbow Connector 8"/>
          <p:cNvCxnSpPr>
            <a:stCxn id="6" idx="3"/>
            <a:endCxn id="7" idx="2"/>
          </p:cNvCxnSpPr>
          <p:nvPr/>
        </p:nvCxnSpPr>
        <p:spPr>
          <a:xfrm>
            <a:off x="2743200" y="4572000"/>
            <a:ext cx="2743200" cy="91440"/>
          </a:xfrm>
          <a:prstGeom prst="bentConnector3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0" name="Straight Arrow Connector 9"/>
          <p:cNvCxnSpPr>
            <a:stCxn id="6" idx="0"/>
            <a:endCxn id="7" idx="0"/>
          </p:cNvCxnSpPr>
          <p:nvPr/>
        </p:nvCxnSpPr>
        <p:spPr>
          <a:xfrm>
            <a:off x="1828800" y="4114800"/>
            <a:ext cx="4572000" cy="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1" name="Curved Connector 10"/>
          <p:cNvCxnSpPr>
            <a:stCxn id="7" idx="6"/>
            <a:endCxn id="8" idx="1"/>
          </p:cNvCxnSpPr>
          <p:nvPr/>
        </p:nvCxnSpPr>
        <p:spPr>
          <a:xfrm>
            <a:off x="7315200" y="4663440"/>
            <a:ext cx="1828800" cy="365760"/>
          </a:xfrm>
          <a:prstGeom prst="curvedConnector3">
            <a:avLst/>
          </a:prstGeom>
          <a:ln w="19050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3686515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Macintosh PowerPoint</Application>
  <PresentationFormat>Breitbild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2</cp:revision>
  <dcterms:created xsi:type="dcterms:W3CDTF">2026-10-25T03:17:59Z</dcterms:created>
  <dcterms:modified xsi:type="dcterms:W3CDTF">2026-10-25T03:18:06Z</dcterms:modified>
</cp:coreProperties>
</file>