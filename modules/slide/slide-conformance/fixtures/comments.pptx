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omments/modernComment_100_69148272.xml" ContentType="application/vnd.ms-powerpoint.comments+xml"/>
  <Override PartName="/ppt/comments/modernComment_101_4D2E449D.xml" ContentType="application/vnd.ms-powerpoint.comments+xml"/>
  <Override PartName="/ppt/comments/modernComment_102_78D0DC9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1D0A1D-0000-4000-8000-000000000001}" name="Ada Lovelace" initials="AL" userId="Ada Lovelace" providerId="None"/>
  <p188:author id="{0A1D0A1D-0000-4000-8000-000000000002}" name="Grace Hopper" initials="GH" userId="Grace Hopper" providerId="None"/>
  <p188:author id="{00298493-A6B4-6E40-F38B-C64590E9FB59}" name="Bob Legacy" initials="BL" userId="Anonymous_Bob Legacy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ob Legacy" initials="B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0_691482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C0C0C0-0000-4000-8000-000000000001}" authorId="{0A1D0A1D-0000-4000-8000-000000000001}" created="2026-10-25T09:00:00">
    <pc:sldMkLst xmlns:pc="http://schemas.microsoft.com/office/powerpoint/2013/main/command">
      <pc:docMk/>
      <pc:sldMk cId="1762951794" sldId="256"/>
    </pc:sldMkLst>
    <p188:pos x="1270000" y="635000"/>
    <p188:replyLst>
      <p188:reply id="{C0C0C0C0-0000-4000-8000-000000000002}" authorId="{0A1D0A1D-0000-4000-8000-000000000002}" created="2026-10-25T10:00:00">
        <p188:txBody>
          <a:bodyPr/>
          <a:lstStyle/>
          <a:p>
            <a:r>
              <a:rPr lang="en-US"/>
              <a:t>Done</a:t>
            </a:r>
          </a:p>
        </p188:txBody>
      </p188:reply>
    </p188:replyLst>
    <p188:txBody>
      <a:bodyPr/>
      <a:lstStyle/>
      <a:p>
        <a:r>
          <a:rPr lang="en-US"/>
          <a:t>Check the title</a:t>
        </a:r>
      </a:p>
    </p188:txBody>
  </p188:cm>
</p188:cmLst>
</file>

<file path=ppt/comments/modernComment_101_4D2E44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C0C0C0-0000-4000-8000-000000000003}" authorId="{0A1D0A1D-0000-4000-8000-000000000002}" status="resolved" created="2026-10-25T11:00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4877853" sldId="257"/>
      <ac:spMk id="4" creationId="{A34EB5B5-06B8-EDE3-01D6-78EBD8477063}"/>
    </ac:deMkLst>
    <p188:txBody>
      <a:bodyPr/>
      <a:lstStyle/>
      <a:p>
        <a:r>
          <a:rPr lang="en-US"/>
          <a:t>Shorter title?</a:t>
        </a:r>
      </a:p>
    </p188:txBody>
  </p188:cm>
</p188:cmLst>
</file>

<file path=ppt/comments/modernComment_102_78D0DC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92527C-FCA9-9D83-02FA-9E07D95DB01E}" authorId="{00298493-A6B4-6E40-F38B-C64590E9FB59}" created="2026-10-25T11:00:00">
    <pc:sldMkLst xmlns:pc="http://schemas.microsoft.com/office/powerpoint/2013/main/command">
      <pc:docMk/>
      <pc:sldMk cId="2026953873" sldId="258"/>
    </pc:sldMkLst>
    <p188:pos x="1270000" y="635000"/>
    <p188:txBody>
      <a:bodyPr/>
      <a:lstStyle/>
      <a:p>
        <a:r>
          <a:rPr lang="de-DE"/>
          <a:t>Legacy note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A9D28-101C-47C4-8A50-510FA0574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69D8C59-E0A5-AA37-26FE-408633818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069AF8-1739-1401-ED01-B199DD5E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B970D6-72E8-4D45-2122-69DAB8058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69921A-69B8-051F-A2DC-FE06A53C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138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3AB154-4D41-9532-7567-CAF9F9B5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9789C-43F0-1B13-3120-2413AA1B0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6206BF-B335-FB8D-5B6A-DD9D811C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78D774-4CF3-A6F6-97C3-BEAD209C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3D7451-3D39-A42B-DD1D-6FED8E80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660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19F44-AC4D-FFBB-51E9-B646E5E4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83A2C1-3403-F56C-2ECA-B2D67FE3B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656E1C-8621-A7EE-8778-8AAC7D34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F0EB0D-4F30-4E19-FF36-51719ECE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FE8E2-CB5C-B3DC-3D65-6637A3E7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26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2F2D2-054B-68CD-67B0-74480958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90CB4-FDDC-3358-4EC1-13167B75D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F59444-DC01-5B77-44C6-68D1B0FA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75D3D4-E476-CDD8-1304-6ECF37B7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81AAFD-23E1-3F56-5302-A4D8DF4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96CD12-4A6C-6C1C-18CF-B3AAC776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72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0A20E-6525-78BD-419E-4F154478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5BDBFB-F2C0-EED8-CD82-0B65DD5AC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98F45C-B779-8AFE-D6C2-26D1388A3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8427EB-42E5-2462-E96C-2745ECAD0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60DD1-48BF-0109-F598-F2D700D1E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AF09E3-B8B8-B651-B917-609A9C33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00FA27-7AD6-162D-035C-8702CE6A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C046B1-5089-D2D5-6F43-F915C572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75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39D0BA-3F62-097D-ABC9-9A88629F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E56673-D08A-8DEF-0A55-7B9B7D00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E150B-9B82-5055-0EB2-2506C009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0DDFAD-7C34-B921-D849-4A13EAAE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115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4BF048-739F-B8B9-8C27-5866F2D4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A99E07-180A-CCDB-09BB-DA5125BB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2B5C29-FD29-CD05-D84A-90D2BB2F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0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133AE-1ABA-6646-E38F-761B26B3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EF7D24-2054-4A16-00AA-ACADA3EC2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2958E-92ED-3029-BB72-6A2A41A0D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FD9357-1EB0-4B3E-D907-B54117C2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F73B00-E727-119D-6990-60BA9E01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707123-19B2-2D08-C439-A83AFE96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22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D9F65-C692-A218-CF4A-BCA1D7FC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1E3852-A6EB-25BF-9B27-AB53A1CA670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20F032-D41C-0B59-91B6-8370DEB3D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682B1E-A295-10D7-FA50-299A4813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38B538-F850-C5EB-F8A4-DBCCBA43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B4403A-3F33-BC79-549E-A2F76A34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20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6270F-EA5C-B839-AE6D-EBAB8864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C9635A-2E41-6217-89E9-A89D7DEA1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3594BA-40C9-DCB3-8367-30AECEE0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9BD02D-AA0C-4D01-D500-A2AA3CD7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00EDAF-4C31-296C-38D2-2AC16958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11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4D9806-59E9-52F5-2458-543CDCF22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339539-0B6A-CCC6-874E-A2F3EC043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14EB8F-5914-3D52-4226-DB2BC793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BF82C5-A073-A757-BD85-9E141E5B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DE0AF9-737A-3FD2-B951-74A0C7D6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8322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FA2E7-307E-6ACC-21E9-9BCD9061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605FD8-5F8F-4413-FC3C-E58225B9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BAFB23-7D0C-B9CA-15E5-3A5D61C3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BA1AF7-0DB4-BF85-582F-C9D69455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CBFBDA-ED96-3061-79A1-2A6D16E5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150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el und zwei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629D5-5438-AA07-2B8E-B283D780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784AD4-6CFA-7668-135D-9C0430906C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78664A-F324-7462-2992-29D97ADB9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FF660D-E643-C907-B212-C3BBE794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74D3D-87F2-DF81-CD71-23B74139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89414A-1B3F-101C-2CDA-EBC50FDF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76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016040-4301-75F7-7276-596C0C2F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EA43E2-8A6E-06D2-F79A-48A90815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95816E-21E9-FBE1-E4E6-7A0AA1DA3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92B2B-C4C2-0747-8B14-81A11AD51B37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D35181-C65B-F425-47E9-4EE6E916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816F05-AF1E-3FD0-F41A-AAB19573F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16DB4-1EF4-A54A-A620-67CC6945BA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36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6914827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4D2E449D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78D0DC9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0C1C632-FE9A-0FAF-ADF8-2E82FE742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Layout 1 placeholder 1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99D9326E-990F-FCFF-596D-7FEAE4428F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Layout 1 placeholder 2</a:t>
            </a:r>
          </a:p>
        </p:txBody>
      </p:sp>
    </p:spTree>
    <p:extLst>
      <p:ext uri="{BB962C8B-B14F-4D97-AF65-F5344CB8AC3E}">
        <p14:creationId xmlns:p14="http://schemas.microsoft.com/office/powerpoint/2010/main" val="17629517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34EB5B5-06B8-EDE3-01D6-78EBD847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2 placeholder 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344A9A9-E738-2C1F-620C-8D224A8DF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Layout 2 placeholder 2</a:t>
            </a:r>
          </a:p>
        </p:txBody>
      </p:sp>
    </p:spTree>
    <p:extLst>
      <p:ext uri="{BB962C8B-B14F-4D97-AF65-F5344CB8AC3E}">
        <p14:creationId xmlns:p14="http://schemas.microsoft.com/office/powerpoint/2010/main" val="12948778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CE2DB06-EB87-6654-9053-69F44B94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3 placeholder 1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55DFE7E-FCA2-56EE-D553-C3A919114B6A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de-DE"/>
              <a:t>Layout 3 placeholder 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C50F638-1D3F-B6E9-F356-074D0E601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/>
              <a:t>Layout 3 placeholder 3</a:t>
            </a:r>
          </a:p>
        </p:txBody>
      </p:sp>
    </p:spTree>
    <p:extLst>
      <p:ext uri="{BB962C8B-B14F-4D97-AF65-F5344CB8AC3E}">
        <p14:creationId xmlns:p14="http://schemas.microsoft.com/office/powerpoint/2010/main" val="20269538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F2DBA7-DCC9-9F4C-7F02-38EE7599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4 placeholder 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95861C-5101-ECE0-B85F-2BC2B3021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Layout 4 placeholder 2</a:t>
            </a:r>
          </a:p>
        </p:txBody>
      </p:sp>
    </p:spTree>
    <p:extLst>
      <p:ext uri="{BB962C8B-B14F-4D97-AF65-F5344CB8AC3E}">
        <p14:creationId xmlns:p14="http://schemas.microsoft.com/office/powerpoint/2010/main" val="244083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B8FE14B-7F06-778E-29C4-80E790B8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5 placeholder 1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69BB4F-2D60-E31E-EC6E-EADD14352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Layout 5 placeholder 2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20D0955-8E73-3E0C-3F53-CA96BA6797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/>
              <a:t>Layout 5 placeholder 3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A6C9EA2-0283-7F08-CDD3-AD193A377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/>
              <a:t>Layout 5 placeholder 4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D0BEB3D-9ADC-63C9-B8D4-2203D1E596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/>
              <a:t>Layout 5 placeholder 5</a:t>
            </a:r>
          </a:p>
        </p:txBody>
      </p:sp>
    </p:spTree>
    <p:extLst>
      <p:ext uri="{BB962C8B-B14F-4D97-AF65-F5344CB8AC3E}">
        <p14:creationId xmlns:p14="http://schemas.microsoft.com/office/powerpoint/2010/main" val="222230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E5017C3-65D5-4974-CE58-90A262CB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6 placeholder 1</a:t>
            </a:r>
          </a:p>
        </p:txBody>
      </p:sp>
    </p:spTree>
    <p:extLst>
      <p:ext uri="{BB962C8B-B14F-4D97-AF65-F5344CB8AC3E}">
        <p14:creationId xmlns:p14="http://schemas.microsoft.com/office/powerpoint/2010/main" val="392659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976FC1D-01EB-7366-9381-79CEBE23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7 placeholder 1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BCCA4B-ADBC-4B37-8071-0F3AEF72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Layout 7 placeholder 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A9E0CB6-4CBF-638E-AB29-34D7BE428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/>
              <a:t>Layout 7 placeholder 3</a:t>
            </a:r>
          </a:p>
        </p:txBody>
      </p:sp>
    </p:spTree>
    <p:extLst>
      <p:ext uri="{BB962C8B-B14F-4D97-AF65-F5344CB8AC3E}">
        <p14:creationId xmlns:p14="http://schemas.microsoft.com/office/powerpoint/2010/main" val="223385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8364DF-1C10-3AD5-C451-145C890E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Layout 8 placeholder 1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DB789DC-47FE-8589-D6B8-5CB43713BE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/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3203A57-C98A-B00D-4C99-5749DD680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/>
              <a:t>Layout 8 placeholder 3</a:t>
            </a:r>
          </a:p>
        </p:txBody>
      </p:sp>
    </p:spTree>
    <p:extLst>
      <p:ext uri="{BB962C8B-B14F-4D97-AF65-F5344CB8AC3E}">
        <p14:creationId xmlns:p14="http://schemas.microsoft.com/office/powerpoint/2010/main" val="45198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kaler Titel 3">
            <a:extLst>
              <a:ext uri="{FF2B5EF4-FFF2-40B4-BE49-F238E27FC236}">
                <a16:creationId xmlns:a16="http://schemas.microsoft.com/office/drawing/2014/main" id="{91B16641-7D02-81AE-59DC-042EA34CD27F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de-DE"/>
              <a:t>Layout 9 placeholder 1</a:t>
            </a:r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31BC3A62-298A-82C5-BCAC-33E163008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de-DE"/>
              <a:t>Layout 9 placeholder 2</a:t>
            </a:r>
          </a:p>
        </p:txBody>
      </p:sp>
    </p:spTree>
    <p:extLst>
      <p:ext uri="{BB962C8B-B14F-4D97-AF65-F5344CB8AC3E}">
        <p14:creationId xmlns:p14="http://schemas.microsoft.com/office/powerpoint/2010/main" val="109888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05E1DD8-9148-A9F2-00C1-A21DC438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3810000"/>
            <a:ext cx="5080000" cy="1016000"/>
          </a:xfrm>
        </p:spPr>
        <p:txBody>
          <a:bodyPr/>
          <a:lstStyle/>
          <a:p>
            <a:r>
              <a:rPr lang="de-DE"/>
              <a:t>Moved title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AA99D3-8776-C298-991B-D06CD5A56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Body keeps its layout position</a:t>
            </a:r>
          </a:p>
        </p:txBody>
      </p:sp>
    </p:spTree>
    <p:extLst>
      <p:ext uri="{BB962C8B-B14F-4D97-AF65-F5344CB8AC3E}">
        <p14:creationId xmlns:p14="http://schemas.microsoft.com/office/powerpoint/2010/main" val="164935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Macintosh PowerPoint</Application>
  <PresentationFormat>Breitbild</PresentationFormat>
  <Paragraphs>24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Layout 1 placeholder 1</vt:lpstr>
      <vt:lpstr>Layout 2 placeholder 1</vt:lpstr>
      <vt:lpstr>Layout 3 placeholder 1</vt:lpstr>
      <vt:lpstr>Layout 4 placeholder 1</vt:lpstr>
      <vt:lpstr>Layout 5 placeholder 1</vt:lpstr>
      <vt:lpstr>Layout 6 placeholder 1</vt:lpstr>
      <vt:lpstr>Layout 7 placeholder 1</vt:lpstr>
      <vt:lpstr>Layout 8 placeholder 1</vt:lpstr>
      <vt:lpstr>Layout 9 placeholder 1</vt:lpstr>
      <vt:lpstr>Moved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2026-10-05T14:34:26Z</dcterms:created>
  <dcterms:modified xsi:type="dcterms:W3CDTF">2026-10-25T01:21:53Z</dcterms:modified>
</cp:coreProperties>
</file>