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F6A48-291E-2B21-5879-88BB3327A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6E6090-2DEA-EEE0-27FB-D5961C6DA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EAF527-5C00-9CC5-33AC-DF41D1BB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08AE9F-EAE5-4A91-2CFB-5CD9FBF1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0F289D-4D0B-4883-9B4B-F454375D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3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0DD94-D1F2-8C85-1230-678F4620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060E5-04CE-95DB-2006-D4179D9DD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7BA801-C62D-16B9-27E2-BAD8404B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2F35E8-631A-B13F-75CC-9872FCB1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052492-18C1-2F2D-DFD2-88B5E7E3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50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E88BE-0029-5F7C-4A5A-5483A9602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BC9F35-3E10-CDF6-7F95-784A6BB9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A3FAB5-ABB8-02FB-3CE7-EA75A34A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592B89-382A-0F62-5847-1241A485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0CD9D4-B53C-636F-37A5-A1BC4ED3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0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35CFD-49A5-7061-D591-967319CF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41B9A-AD1C-C9D9-3F20-1523E35F2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34158D-0C73-6ABF-A262-C638E00B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C7F2E8-2B46-BA42-37AB-694D1089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CF81EC-7701-CDC9-0988-F3EF932A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F33660-A63F-5407-D3FD-4183D008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8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2987A-E0D0-6F92-EDB0-0027BD7B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A392D9-7838-6416-F3AB-FF926407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DF28E1-E7C6-E528-A55F-8E326934B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5DE4AF-B4DC-031F-FAFF-F175B6344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16A094-2957-70B4-3F8B-A6B2C17BE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4BBE5F-6134-99CD-AB28-BE996DFC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A2ADFE-D993-68C3-0D90-ABB069A9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11B908-103E-3477-35ED-58D839DF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9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A0C1D-CCC5-9A55-3043-6DECF4B6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8EA060-7669-49EC-68C8-1E742EAF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6B5836-A005-566A-1A54-8CD5E0F2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1EC8F5-2490-D582-2532-99EC7D95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86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D05F-38C6-1CA5-1E25-4CFCEA59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8775D2-8F06-BA09-E3C1-07134570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C84FDF-D2C6-1385-65A0-49CB24DD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44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9D454-1D22-A7AA-D261-67711EF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01C080-4DBD-235E-E05C-A9482B4F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FD491E-859E-61DD-C1C3-17EFAEF9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4CF9F2-F55F-3074-F24E-6871DEAB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D90362-3475-4EF0-A7DE-DB1EDF79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18E5EF-144F-0CED-72F2-F657B196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74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B893A-D9A8-44F9-B7E0-5BC8E258F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DBC0D1-6D78-A9E5-F9C0-58AF3571A8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C38BC0-ABDE-DFCB-1402-8EED3108A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623D1D-EBC3-E02A-77C9-089E024B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07C0DD-85AA-471D-CB97-A29C6D38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24C255-A9A5-A994-B721-1E4F7793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9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85BDE-6B5C-AE90-5BF6-29CF0098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A1844C-F287-7CA3-9A5D-5824E3558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258981-9DDD-0342-88C5-B06C612A0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F9CF76-C29B-07E1-7E9A-2A886682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24E6B9-AAA4-E0A9-FC93-403FACB9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0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39B1B89-4FAA-ECDA-E620-28E17ED6B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BA42B4-450B-7084-80D7-3611BA3CB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66CC4F-07AD-943F-E53D-81189AFE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3821D8-BDA9-6D77-4E82-4F5AEDCB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06873A-6362-C115-E728-1AB87EB2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66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0485AE-B2E6-A5AC-0814-18371FED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67D24C-2B5E-94A9-2D83-FB4AD1EC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1DEDBA-12CD-68FC-6769-04734E190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4235E-7A47-3548-9AA4-465261FFBC2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CC84FE-87B4-E480-0C38-27C59C383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B7CA36-EDAD-3CDE-635D-317A19E07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8A511-AB72-D445-8CA2-D995A674E8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28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ct5"/>
          <p:cNvSpPr/>
          <p:nvPr/>
        </p:nvSpPr>
        <p:spPr>
          <a:xfrm>
            <a:off x="304800" y="381000"/>
            <a:ext cx="1219200" cy="1905000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1" name="pct10"/>
          <p:cNvSpPr/>
          <p:nvPr/>
        </p:nvSpPr>
        <p:spPr>
          <a:xfrm>
            <a:off x="1625600" y="381000"/>
            <a:ext cx="1219200" cy="1905000"/>
          </a:xfrm>
          <a:prstGeom prst="rect">
            <a:avLst/>
          </a:prstGeom>
          <a:pattFill prst="pct1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2" name="pct20"/>
          <p:cNvSpPr/>
          <p:nvPr/>
        </p:nvSpPr>
        <p:spPr>
          <a:xfrm>
            <a:off x="2946400" y="381000"/>
            <a:ext cx="1219200" cy="1905000"/>
          </a:xfrm>
          <a:prstGeom prst="rect">
            <a:avLst/>
          </a:prstGeom>
          <a:pattFill prst="pct2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3" name="pct25"/>
          <p:cNvSpPr/>
          <p:nvPr/>
        </p:nvSpPr>
        <p:spPr>
          <a:xfrm>
            <a:off x="4267200" y="381000"/>
            <a:ext cx="1219200" cy="1905000"/>
          </a:xfrm>
          <a:prstGeom prst="rect">
            <a:avLst/>
          </a:prstGeom>
          <a:pattFill prst="pct25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4" name="pct30"/>
          <p:cNvSpPr/>
          <p:nvPr/>
        </p:nvSpPr>
        <p:spPr>
          <a:xfrm>
            <a:off x="5588000" y="381000"/>
            <a:ext cx="1219200" cy="1905000"/>
          </a:xfrm>
          <a:prstGeom prst="rect">
            <a:avLst/>
          </a:prstGeom>
          <a:pattFill prst="pct3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5" name="pct40"/>
          <p:cNvSpPr/>
          <p:nvPr/>
        </p:nvSpPr>
        <p:spPr>
          <a:xfrm>
            <a:off x="6908800" y="381000"/>
            <a:ext cx="1219200" cy="1905000"/>
          </a:xfrm>
          <a:prstGeom prst="rect">
            <a:avLst/>
          </a:prstGeom>
          <a:pattFill prst="pct4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6" name="pct50"/>
          <p:cNvSpPr/>
          <p:nvPr/>
        </p:nvSpPr>
        <p:spPr>
          <a:xfrm>
            <a:off x="8229600" y="381000"/>
            <a:ext cx="1219200" cy="1905000"/>
          </a:xfrm>
          <a:prstGeom prst="rect">
            <a:avLst/>
          </a:prstGeom>
          <a:pattFill prst="pct5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7" name="pct60"/>
          <p:cNvSpPr/>
          <p:nvPr/>
        </p:nvSpPr>
        <p:spPr>
          <a:xfrm>
            <a:off x="9550400" y="381000"/>
            <a:ext cx="1219200" cy="1905000"/>
          </a:xfrm>
          <a:prstGeom prst="rect">
            <a:avLst/>
          </a:prstGeom>
          <a:pattFill prst="pct6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8" name="pct70"/>
          <p:cNvSpPr/>
          <p:nvPr/>
        </p:nvSpPr>
        <p:spPr>
          <a:xfrm>
            <a:off x="10871200" y="381000"/>
            <a:ext cx="1219200" cy="1905000"/>
          </a:xfrm>
          <a:prstGeom prst="rect">
            <a:avLst/>
          </a:prstGeom>
          <a:pattFill prst="pct7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9" name="pct75"/>
          <p:cNvSpPr/>
          <p:nvPr/>
        </p:nvSpPr>
        <p:spPr>
          <a:xfrm>
            <a:off x="304800" y="2540000"/>
            <a:ext cx="1219200" cy="1905000"/>
          </a:xfrm>
          <a:prstGeom prst="rect">
            <a:avLst/>
          </a:prstGeom>
          <a:pattFill prst="pct75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0" name="pct80"/>
          <p:cNvSpPr/>
          <p:nvPr/>
        </p:nvSpPr>
        <p:spPr>
          <a:xfrm>
            <a:off x="1625600" y="2540000"/>
            <a:ext cx="1219200" cy="1905000"/>
          </a:xfrm>
          <a:prstGeom prst="rect">
            <a:avLst/>
          </a:prstGeom>
          <a:pattFill prst="pct8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1" name="pct90"/>
          <p:cNvSpPr/>
          <p:nvPr/>
        </p:nvSpPr>
        <p:spPr>
          <a:xfrm>
            <a:off x="2946400" y="2540000"/>
            <a:ext cx="1219200" cy="1905000"/>
          </a:xfrm>
          <a:prstGeom prst="rect">
            <a:avLst/>
          </a:prstGeom>
          <a:pattFill prst="pct9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2" name="horz"/>
          <p:cNvSpPr/>
          <p:nvPr/>
        </p:nvSpPr>
        <p:spPr>
          <a:xfrm>
            <a:off x="4267200" y="2540000"/>
            <a:ext cx="1219200" cy="1905000"/>
          </a:xfrm>
          <a:prstGeom prst="rect">
            <a:avLst/>
          </a:prstGeom>
          <a:pattFill prst="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3" name="vert"/>
          <p:cNvSpPr/>
          <p:nvPr/>
        </p:nvSpPr>
        <p:spPr>
          <a:xfrm>
            <a:off x="5588000" y="2540000"/>
            <a:ext cx="1219200" cy="1905000"/>
          </a:xfrm>
          <a:prstGeom prst="rect">
            <a:avLst/>
          </a:prstGeom>
          <a:pattFill prst="ver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4" name="ltHorz"/>
          <p:cNvSpPr/>
          <p:nvPr/>
        </p:nvSpPr>
        <p:spPr>
          <a:xfrm>
            <a:off x="6908800" y="2540000"/>
            <a:ext cx="1219200" cy="1905000"/>
          </a:xfrm>
          <a:prstGeom prst="rect">
            <a:avLst/>
          </a:prstGeom>
          <a:pattFill prst="lt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5" name="ltVert"/>
          <p:cNvSpPr/>
          <p:nvPr/>
        </p:nvSpPr>
        <p:spPr>
          <a:xfrm>
            <a:off x="8229600" y="2540000"/>
            <a:ext cx="1219200" cy="1905000"/>
          </a:xfrm>
          <a:prstGeom prst="rect">
            <a:avLst/>
          </a:prstGeom>
          <a:pattFill prst="ltVer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6" name="dkHorz"/>
          <p:cNvSpPr/>
          <p:nvPr/>
        </p:nvSpPr>
        <p:spPr>
          <a:xfrm>
            <a:off x="9550400" y="2540000"/>
            <a:ext cx="1219200" cy="1905000"/>
          </a:xfrm>
          <a:prstGeom prst="rect">
            <a:avLst/>
          </a:prstGeom>
          <a:pattFill prst="dk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7" name="dkVert"/>
          <p:cNvSpPr/>
          <p:nvPr/>
        </p:nvSpPr>
        <p:spPr>
          <a:xfrm>
            <a:off x="10871200" y="2540000"/>
            <a:ext cx="1219200" cy="1905000"/>
          </a:xfrm>
          <a:prstGeom prst="rect">
            <a:avLst/>
          </a:prstGeom>
          <a:pattFill prst="dkVer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8" name="narHorz"/>
          <p:cNvSpPr/>
          <p:nvPr/>
        </p:nvSpPr>
        <p:spPr>
          <a:xfrm>
            <a:off x="304800" y="4699000"/>
            <a:ext cx="1219200" cy="1905000"/>
          </a:xfrm>
          <a:prstGeom prst="rect">
            <a:avLst/>
          </a:prstGeom>
          <a:pattFill prst="nar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9" name="narVert"/>
          <p:cNvSpPr/>
          <p:nvPr/>
        </p:nvSpPr>
        <p:spPr>
          <a:xfrm>
            <a:off x="1625600" y="4699000"/>
            <a:ext cx="1219200" cy="1905000"/>
          </a:xfrm>
          <a:prstGeom prst="rect">
            <a:avLst/>
          </a:prstGeom>
          <a:pattFill prst="narVer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0" name="dashHorz"/>
          <p:cNvSpPr/>
          <p:nvPr/>
        </p:nvSpPr>
        <p:spPr>
          <a:xfrm>
            <a:off x="2946400" y="4699000"/>
            <a:ext cx="1219200" cy="1905000"/>
          </a:xfrm>
          <a:prstGeom prst="rect">
            <a:avLst/>
          </a:prstGeom>
          <a:pattFill prst="dash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1" name="dashVert"/>
          <p:cNvSpPr/>
          <p:nvPr/>
        </p:nvSpPr>
        <p:spPr>
          <a:xfrm>
            <a:off x="4267200" y="4699000"/>
            <a:ext cx="1219200" cy="1905000"/>
          </a:xfrm>
          <a:prstGeom prst="rect">
            <a:avLst/>
          </a:prstGeom>
          <a:pattFill prst="dashVer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2" name="cross"/>
          <p:cNvSpPr/>
          <p:nvPr/>
        </p:nvSpPr>
        <p:spPr>
          <a:xfrm>
            <a:off x="5588000" y="4699000"/>
            <a:ext cx="1219200" cy="1905000"/>
          </a:xfrm>
          <a:prstGeom prst="rect">
            <a:avLst/>
          </a:prstGeom>
          <a:pattFill prst="cross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3" name="dnDiag"/>
          <p:cNvSpPr/>
          <p:nvPr/>
        </p:nvSpPr>
        <p:spPr>
          <a:xfrm>
            <a:off x="6908800" y="4699000"/>
            <a:ext cx="1219200" cy="1905000"/>
          </a:xfrm>
          <a:prstGeom prst="rect">
            <a:avLst/>
          </a:prstGeom>
          <a:pattFill prst="dn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4" name="upDiag"/>
          <p:cNvSpPr/>
          <p:nvPr/>
        </p:nvSpPr>
        <p:spPr>
          <a:xfrm>
            <a:off x="8229600" y="4699000"/>
            <a:ext cx="1219200" cy="1905000"/>
          </a:xfrm>
          <a:prstGeom prst="rect">
            <a:avLst/>
          </a:prstGeom>
          <a:pattFill prst="up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5" name="ltDnDiag"/>
          <p:cNvSpPr/>
          <p:nvPr/>
        </p:nvSpPr>
        <p:spPr>
          <a:xfrm>
            <a:off x="9550400" y="4699000"/>
            <a:ext cx="1219200" cy="1905000"/>
          </a:xfrm>
          <a:prstGeom prst="rect">
            <a:avLst/>
          </a:prstGeom>
          <a:pattFill prst="ltDn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6" name="ltUpDiag"/>
          <p:cNvSpPr/>
          <p:nvPr/>
        </p:nvSpPr>
        <p:spPr>
          <a:xfrm>
            <a:off x="10871200" y="4699000"/>
            <a:ext cx="1219200" cy="19050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6871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kDnDiag"/>
          <p:cNvSpPr/>
          <p:nvPr/>
        </p:nvSpPr>
        <p:spPr>
          <a:xfrm>
            <a:off x="304800" y="381000"/>
            <a:ext cx="1219200" cy="1905000"/>
          </a:xfrm>
          <a:prstGeom prst="rect">
            <a:avLst/>
          </a:prstGeom>
          <a:pattFill prst="dkDn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1" name="dkUpDiag"/>
          <p:cNvSpPr/>
          <p:nvPr/>
        </p:nvSpPr>
        <p:spPr>
          <a:xfrm>
            <a:off x="1625600" y="381000"/>
            <a:ext cx="1219200" cy="1905000"/>
          </a:xfrm>
          <a:prstGeom prst="rect">
            <a:avLst/>
          </a:prstGeom>
          <a:pattFill prst="dkUp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2" name="wdDnDiag"/>
          <p:cNvSpPr/>
          <p:nvPr/>
        </p:nvSpPr>
        <p:spPr>
          <a:xfrm>
            <a:off x="2946400" y="381000"/>
            <a:ext cx="1219200" cy="1905000"/>
          </a:xfrm>
          <a:prstGeom prst="rect">
            <a:avLst/>
          </a:prstGeom>
          <a:pattFill prst="wdDn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3" name="wdUpDiag"/>
          <p:cNvSpPr/>
          <p:nvPr/>
        </p:nvSpPr>
        <p:spPr>
          <a:xfrm>
            <a:off x="4267200" y="381000"/>
            <a:ext cx="1219200" cy="19050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4" name="dashDnDiag"/>
          <p:cNvSpPr/>
          <p:nvPr/>
        </p:nvSpPr>
        <p:spPr>
          <a:xfrm>
            <a:off x="5588000" y="381000"/>
            <a:ext cx="1219200" cy="1905000"/>
          </a:xfrm>
          <a:prstGeom prst="rect">
            <a:avLst/>
          </a:prstGeom>
          <a:pattFill prst="dashDn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5" name="dashUpDiag"/>
          <p:cNvSpPr/>
          <p:nvPr/>
        </p:nvSpPr>
        <p:spPr>
          <a:xfrm>
            <a:off x="6908800" y="381000"/>
            <a:ext cx="1219200" cy="1905000"/>
          </a:xfrm>
          <a:prstGeom prst="rect">
            <a:avLst/>
          </a:prstGeom>
          <a:pattFill prst="dashUpDi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6" name="diagCross"/>
          <p:cNvSpPr/>
          <p:nvPr/>
        </p:nvSpPr>
        <p:spPr>
          <a:xfrm>
            <a:off x="8229600" y="381000"/>
            <a:ext cx="1219200" cy="1905000"/>
          </a:xfrm>
          <a:prstGeom prst="rect">
            <a:avLst/>
          </a:prstGeom>
          <a:pattFill prst="diagCross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7" name="smCheck"/>
          <p:cNvSpPr/>
          <p:nvPr/>
        </p:nvSpPr>
        <p:spPr>
          <a:xfrm>
            <a:off x="9550400" y="381000"/>
            <a:ext cx="1219200" cy="1905000"/>
          </a:xfrm>
          <a:prstGeom prst="rect">
            <a:avLst/>
          </a:prstGeom>
          <a:pattFill prst="smCheck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8" name="lgCheck"/>
          <p:cNvSpPr/>
          <p:nvPr/>
        </p:nvSpPr>
        <p:spPr>
          <a:xfrm>
            <a:off x="10871200" y="381000"/>
            <a:ext cx="1219200" cy="1905000"/>
          </a:xfrm>
          <a:prstGeom prst="rect">
            <a:avLst/>
          </a:prstGeom>
          <a:pattFill prst="lgCheck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9" name="smGrid"/>
          <p:cNvSpPr/>
          <p:nvPr/>
        </p:nvSpPr>
        <p:spPr>
          <a:xfrm>
            <a:off x="304800" y="2540000"/>
            <a:ext cx="1219200" cy="1905000"/>
          </a:xfrm>
          <a:prstGeom prst="rect">
            <a:avLst/>
          </a:prstGeom>
          <a:pattFill prst="smGri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0" name="lgGrid"/>
          <p:cNvSpPr/>
          <p:nvPr/>
        </p:nvSpPr>
        <p:spPr>
          <a:xfrm>
            <a:off x="1625600" y="2540000"/>
            <a:ext cx="1219200" cy="1905000"/>
          </a:xfrm>
          <a:prstGeom prst="rect">
            <a:avLst/>
          </a:prstGeom>
          <a:pattFill prst="lgGri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1" name="dotGrid"/>
          <p:cNvSpPr/>
          <p:nvPr/>
        </p:nvSpPr>
        <p:spPr>
          <a:xfrm>
            <a:off x="2946400" y="2540000"/>
            <a:ext cx="1219200" cy="1905000"/>
          </a:xfrm>
          <a:prstGeom prst="rect">
            <a:avLst/>
          </a:prstGeom>
          <a:pattFill prst="dotGri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2" name="smConfetti"/>
          <p:cNvSpPr/>
          <p:nvPr/>
        </p:nvSpPr>
        <p:spPr>
          <a:xfrm>
            <a:off x="4267200" y="2540000"/>
            <a:ext cx="1219200" cy="1905000"/>
          </a:xfrm>
          <a:prstGeom prst="rect">
            <a:avLst/>
          </a:prstGeom>
          <a:pattFill prst="smConfetti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3" name="lgConfetti"/>
          <p:cNvSpPr/>
          <p:nvPr/>
        </p:nvSpPr>
        <p:spPr>
          <a:xfrm>
            <a:off x="5588000" y="2540000"/>
            <a:ext cx="1219200" cy="1905000"/>
          </a:xfrm>
          <a:prstGeom prst="rect">
            <a:avLst/>
          </a:prstGeom>
          <a:pattFill prst="lgConfetti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4" name="horzBrick"/>
          <p:cNvSpPr/>
          <p:nvPr/>
        </p:nvSpPr>
        <p:spPr>
          <a:xfrm>
            <a:off x="6908800" y="2540000"/>
            <a:ext cx="1219200" cy="1905000"/>
          </a:xfrm>
          <a:prstGeom prst="rect">
            <a:avLst/>
          </a:prstGeom>
          <a:pattFill prst="horzBrick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5" name="diagBrick"/>
          <p:cNvSpPr/>
          <p:nvPr/>
        </p:nvSpPr>
        <p:spPr>
          <a:xfrm>
            <a:off x="8229600" y="2540000"/>
            <a:ext cx="1219200" cy="1905000"/>
          </a:xfrm>
          <a:prstGeom prst="rect">
            <a:avLst/>
          </a:prstGeom>
          <a:pattFill prst="diagBrick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6" name="solidDmnd"/>
          <p:cNvSpPr/>
          <p:nvPr/>
        </p:nvSpPr>
        <p:spPr>
          <a:xfrm>
            <a:off x="9550400" y="2540000"/>
            <a:ext cx="1219200" cy="1905000"/>
          </a:xfrm>
          <a:prstGeom prst="rect">
            <a:avLst/>
          </a:prstGeom>
          <a:pattFill prst="solidDmn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7" name="openDmnd"/>
          <p:cNvSpPr/>
          <p:nvPr/>
        </p:nvSpPr>
        <p:spPr>
          <a:xfrm>
            <a:off x="10871200" y="2540000"/>
            <a:ext cx="1219200" cy="1905000"/>
          </a:xfrm>
          <a:prstGeom prst="rect">
            <a:avLst/>
          </a:prstGeom>
          <a:pattFill prst="openDmn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8" name="dotDmnd"/>
          <p:cNvSpPr/>
          <p:nvPr/>
        </p:nvSpPr>
        <p:spPr>
          <a:xfrm>
            <a:off x="304800" y="4699000"/>
            <a:ext cx="1219200" cy="1905000"/>
          </a:xfrm>
          <a:prstGeom prst="rect">
            <a:avLst/>
          </a:prstGeom>
          <a:pattFill prst="dotDmn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19" name="plaid"/>
          <p:cNvSpPr/>
          <p:nvPr/>
        </p:nvSpPr>
        <p:spPr>
          <a:xfrm>
            <a:off x="1625600" y="4699000"/>
            <a:ext cx="1219200" cy="1905000"/>
          </a:xfrm>
          <a:prstGeom prst="rect">
            <a:avLst/>
          </a:prstGeom>
          <a:pattFill prst="plaid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0" name="sphere"/>
          <p:cNvSpPr/>
          <p:nvPr/>
        </p:nvSpPr>
        <p:spPr>
          <a:xfrm>
            <a:off x="2946400" y="4699000"/>
            <a:ext cx="1219200" cy="1905000"/>
          </a:xfrm>
          <a:prstGeom prst="rect">
            <a:avLst/>
          </a:prstGeom>
          <a:pattFill prst="sphere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1" name="weave"/>
          <p:cNvSpPr/>
          <p:nvPr/>
        </p:nvSpPr>
        <p:spPr>
          <a:xfrm>
            <a:off x="4267200" y="4699000"/>
            <a:ext cx="1219200" cy="1905000"/>
          </a:xfrm>
          <a:prstGeom prst="rect">
            <a:avLst/>
          </a:prstGeom>
          <a:pattFill prst="weave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2" name="divot"/>
          <p:cNvSpPr/>
          <p:nvPr/>
        </p:nvSpPr>
        <p:spPr>
          <a:xfrm>
            <a:off x="5588000" y="4699000"/>
            <a:ext cx="1219200" cy="1905000"/>
          </a:xfrm>
          <a:prstGeom prst="rect">
            <a:avLst/>
          </a:prstGeom>
          <a:pattFill prst="divot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3" name="shingle"/>
          <p:cNvSpPr/>
          <p:nvPr/>
        </p:nvSpPr>
        <p:spPr>
          <a:xfrm>
            <a:off x="6908800" y="4699000"/>
            <a:ext cx="1219200" cy="1905000"/>
          </a:xfrm>
          <a:prstGeom prst="rect">
            <a:avLst/>
          </a:prstGeom>
          <a:pattFill prst="shingle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4" name="wave"/>
          <p:cNvSpPr/>
          <p:nvPr/>
        </p:nvSpPr>
        <p:spPr>
          <a:xfrm>
            <a:off x="8229600" y="4699000"/>
            <a:ext cx="1219200" cy="1905000"/>
          </a:xfrm>
          <a:prstGeom prst="rect">
            <a:avLst/>
          </a:prstGeom>
          <a:pattFill prst="wave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5" name="trellis"/>
          <p:cNvSpPr/>
          <p:nvPr/>
        </p:nvSpPr>
        <p:spPr>
          <a:xfrm>
            <a:off x="9550400" y="4699000"/>
            <a:ext cx="1219200" cy="1905000"/>
          </a:xfrm>
          <a:prstGeom prst="rect">
            <a:avLst/>
          </a:prstGeom>
          <a:pattFill prst="trellis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26" name="zigZag"/>
          <p:cNvSpPr/>
          <p:nvPr/>
        </p:nvSpPr>
        <p:spPr>
          <a:xfrm>
            <a:off x="10871200" y="4699000"/>
            <a:ext cx="1219200" cy="1905000"/>
          </a:xfrm>
          <a:prstGeom prst="rect">
            <a:avLst/>
          </a:prstGeom>
          <a:pattFill prst="zigZag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2996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d on yellow"/>
          <p:cNvSpPr/>
          <p:nvPr/>
        </p:nvSpPr>
        <p:spPr>
          <a:xfrm>
            <a:off x="508000" y="508000"/>
            <a:ext cx="2540000" cy="1778000"/>
          </a:xfrm>
          <a:prstGeom prst="rect">
            <a:avLst/>
          </a:prstGeom>
          <a:pattFill prst="lgCheck">
            <a:fgClr>
              <a:srgbClr val="FF0000"/>
            </a:fgClr>
            <a:bgClr>
              <a:srgbClr val="FFFF00"/>
            </a:bgClr>
          </a:pattFill>
          <a:ln>
            <a:noFill/>
          </a:ln>
        </p:spPr>
      </p:sp>
      <p:sp>
        <p:nvSpPr>
          <p:cNvPr id="101" name="half transparent"/>
          <p:cNvSpPr/>
          <p:nvPr/>
        </p:nvSpPr>
        <p:spPr>
          <a:xfrm>
            <a:off x="3556000" y="508000"/>
            <a:ext cx="2540000" cy="1778000"/>
          </a:xfrm>
          <a:prstGeom prst="rect">
            <a:avLst/>
          </a:prstGeom>
          <a:pattFill prst="diagCross">
            <a:fgClr>
              <a:srgbClr val="0000FF">
                <a:alpha val="50000"/>
              </a:srgbClr>
            </a:fgClr>
            <a:bgClr>
              <a:srgbClr val="00FF00">
                <a:alpha val="50000"/>
              </a:srgbClr>
            </a:bgClr>
          </a:pattFill>
          <a:ln>
            <a:noFill/>
          </a:ln>
        </p:spPr>
      </p:sp>
      <p:sp>
        <p:nvSpPr>
          <p:cNvPr id="102" name="rotated"/>
          <p:cNvSpPr/>
          <p:nvPr/>
        </p:nvSpPr>
        <p:spPr>
          <a:xfrm rot="1800000">
            <a:off x="6858000" y="635000"/>
            <a:ext cx="2540000" cy="1524000"/>
          </a:xfrm>
          <a:prstGeom prst="rect">
            <a:avLst/>
          </a:prstGeom>
          <a:pattFill prst="horz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3" name="ellipse"/>
          <p:cNvSpPr/>
          <p:nvPr/>
        </p:nvSpPr>
        <p:spPr>
          <a:xfrm>
            <a:off x="508000" y="3302000"/>
            <a:ext cx="2540000" cy="1778000"/>
          </a:xfrm>
          <a:prstGeom prst="ellipse">
            <a:avLst/>
          </a:prstGeom>
          <a:pattFill prst="wave">
            <a:fgClr>
              <a:srgbClr val="7030A0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104" name="with text"/>
          <p:cNvSpPr/>
          <p:nvPr/>
        </p:nvSpPr>
        <p:spPr>
          <a:xfrm>
            <a:off x="3556000" y="3302000"/>
            <a:ext cx="2540000" cy="1778000"/>
          </a:xfrm>
          <a:prstGeom prst="rect">
            <a:avLst/>
          </a:prstGeom>
          <a:pattFill prst="pct20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000000"/>
                </a:solidFill>
              </a:rPr>
              <a:t>Text</a:t>
            </a:r>
          </a:p>
        </p:txBody>
      </p:sp>
      <p:sp>
        <p:nvSpPr>
          <p:cNvPr id="105" name="theme colour"/>
          <p:cNvSpPr/>
          <p:nvPr/>
        </p:nvSpPr>
        <p:spPr>
          <a:xfrm>
            <a:off x="6858000" y="3302000"/>
            <a:ext cx="2540000" cy="1778000"/>
          </a:xfrm>
          <a:prstGeom prst="rect">
            <a:avLst/>
          </a:prstGeom>
          <a:pattFill prst="trellis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27810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Breitbild</PresentationFormat>
  <Paragraphs>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2026-10-30T10:46:57Z</dcterms:created>
  <dcterms:modified xsi:type="dcterms:W3CDTF">2026-10-30T10:46:59Z</dcterms:modified>
</cp:coreProperties>
</file>