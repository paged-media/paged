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4" d="100"/>
          <a:sy n="114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F59E8A-C02A-B265-1410-925D40CC7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B760C79-6351-4C68-74CE-4A28924B3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C051B1-835E-3EC7-B018-46797DB8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204D-19DE-8C47-A8D0-FE3B93EBC06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139DA1-383A-4F22-D423-AB7C86BE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3E7A54-E9D7-6C69-E55D-C9B0F44BA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111F-1571-824A-A0E0-2A54A2B684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7054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8E8769-65EA-784F-0AC6-10497D96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341F2E-CD3D-B950-1307-B13507815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28ED48-DCB4-322C-86C6-7246353C9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204D-19DE-8C47-A8D0-FE3B93EBC06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7BA480-9F32-E3A1-3CD1-AE7673B7A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9ED77B-64ED-723D-93C9-889291BF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111F-1571-824A-A0E0-2A54A2B684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183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50C13F-BEB6-AFC5-23A4-9D269888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DE7129-8C7A-0677-2BC6-48A207F6B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F30FA2-DAA7-5327-D216-179E9FAD9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204D-19DE-8C47-A8D0-FE3B93EBC06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925D85-2987-63B6-4089-9A21A714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66AD5F-42B7-184D-7B5F-796FAB9EA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111F-1571-824A-A0E0-2A54A2B684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0928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D7FC36-1E3C-0F50-6D10-DE412153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FBCCCE-E1A6-4503-83A8-01FAEE092A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04BF61-D238-9AB8-9510-FD968771D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6F3A27-F2C7-DB1F-F62F-AEB802EC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204D-19DE-8C47-A8D0-FE3B93EBC06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B059BA-8171-EC13-C48F-2D7367D6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6C9941-E154-AC79-0FFA-72CB656D8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111F-1571-824A-A0E0-2A54A2B684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650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79E6A7-89FF-9E75-12C0-B31396015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1E7F4F-736D-3999-F1B5-8D294BCF7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5759B2-9848-F31C-0334-DC89A44BF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AC6696-C7A8-E9E5-255B-4F8666051A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6C398C8-08A5-0C66-6782-39155109B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5DCFD8B-BE88-B0D3-1465-3C3F343F7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204D-19DE-8C47-A8D0-FE3B93EBC06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FB46A48-A521-8DD7-8BE2-496DB7EFF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A1FA310-70BE-0A74-255F-5F4251F0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111F-1571-824A-A0E0-2A54A2B684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113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F9DFE0-A3B9-E8EE-42BE-2A8C57A4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1E6D95-AF08-A563-AB75-9A1BC5C5F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204D-19DE-8C47-A8D0-FE3B93EBC06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C083B04-A6EB-8045-2DF2-B42DA9B4F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9CF5E8-588B-73D5-D0DD-6884E24B7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111F-1571-824A-A0E0-2A54A2B684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184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7CAF14B-612C-CECD-697D-6BB5B3D1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204D-19DE-8C47-A8D0-FE3B93EBC06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A621D99-3AD5-960F-8218-8385A66E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A9AD19-2454-2E32-ADFE-AEAB6541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111F-1571-824A-A0E0-2A54A2B684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293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EBCBE8-4FC5-EA55-C907-D78A192B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8E7339-3099-63BB-EAFB-0578B36B3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797CBCD-6764-3388-7F55-B736913A8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A668CB-C4D7-E20B-FED8-5D0DD7F0B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204D-19DE-8C47-A8D0-FE3B93EBC06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10650B-12A1-CC3C-E221-4AD50789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19A05F-7252-641C-A414-4E8CC723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111F-1571-824A-A0E0-2A54A2B684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573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1FB492-EB05-F441-4347-45EF33BC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924A82A-9701-7F75-692B-718E298621C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8D9114D-ED29-341D-27DB-234877A4A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49B2BC-34ED-7025-1E7E-0DBB3B615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204D-19DE-8C47-A8D0-FE3B93EBC06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B69DB4-0F35-4A27-AE66-349C65E3C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A16222-AECD-81F3-0B45-80A99D03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111F-1571-824A-A0E0-2A54A2B684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211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0D972-32B3-6459-A798-868337A4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2FC8FE1-7E98-8683-8383-40746A03F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177615-ACF4-251E-7B3D-4D356847A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204D-19DE-8C47-A8D0-FE3B93EBC06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0DA202-0860-E110-3591-F568DE0CC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55D19A-82F5-FDF5-DD6B-898D81273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111F-1571-824A-A0E0-2A54A2B684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4236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D1812F5-6FF7-8959-BE87-152F644D8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57BE9D0-ECB1-BD74-364A-14FE5A093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3CC347-0E5A-81EE-75E7-846F2C24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A204D-19DE-8C47-A8D0-FE3B93EBC06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8FC691-825B-AAA7-DE7B-75350C3EC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5796A5-65AB-8240-6ED0-CD54D62B7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E111F-1571-824A-A0E0-2A54A2B684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9535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E251359-40A5-2D3E-80B8-79C368108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BAF6E2-84B1-23A5-7D05-307BA4141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FA736-B783-70FD-98B0-9F0169D0F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A204D-19DE-8C47-A8D0-FE3B93EBC066}" type="datetimeFigureOut">
              <a:rPr lang="de-DE" smtClean="0"/>
              <a:t>30.10.26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1EDA69-F49B-8821-0022-F1579D532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20E6B7-4DD7-571F-3E06-DBD2F6192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E111F-1571-824A-A0E0-2A54A2B684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221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ircle"/>
          <p:cNvSpPr/>
          <p:nvPr/>
        </p:nvSpPr>
        <p:spPr>
          <a:xfrm>
            <a:off x="508000" y="508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</a:sp3d>
        </p:spPr>
      </p:sp>
      <p:sp>
        <p:nvSpPr>
          <p:cNvPr id="101" name="relaxedInset"/>
          <p:cNvSpPr/>
          <p:nvPr/>
        </p:nvSpPr>
        <p:spPr>
          <a:xfrm>
            <a:off x="2413000" y="508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</p:sp>
      <p:sp>
        <p:nvSpPr>
          <p:cNvPr id="102" name="cross"/>
          <p:cNvSpPr/>
          <p:nvPr/>
        </p:nvSpPr>
        <p:spPr>
          <a:xfrm>
            <a:off x="4318000" y="508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prst="cross"/>
          </a:sp3d>
        </p:spPr>
      </p:sp>
      <p:sp>
        <p:nvSpPr>
          <p:cNvPr id="103" name="coolSlant"/>
          <p:cNvSpPr/>
          <p:nvPr/>
        </p:nvSpPr>
        <p:spPr>
          <a:xfrm>
            <a:off x="6223000" y="508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prst="coolSlant"/>
          </a:sp3d>
        </p:spPr>
      </p:sp>
      <p:sp>
        <p:nvSpPr>
          <p:cNvPr id="104" name="angle"/>
          <p:cNvSpPr/>
          <p:nvPr/>
        </p:nvSpPr>
        <p:spPr>
          <a:xfrm>
            <a:off x="8128000" y="508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prst="angle"/>
          </a:sp3d>
        </p:spPr>
      </p:sp>
      <p:sp>
        <p:nvSpPr>
          <p:cNvPr id="105" name="softRound"/>
          <p:cNvSpPr/>
          <p:nvPr/>
        </p:nvSpPr>
        <p:spPr>
          <a:xfrm>
            <a:off x="10033000" y="508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prst="softRound"/>
          </a:sp3d>
        </p:spPr>
      </p:sp>
      <p:sp>
        <p:nvSpPr>
          <p:cNvPr id="106" name="convex"/>
          <p:cNvSpPr/>
          <p:nvPr/>
        </p:nvSpPr>
        <p:spPr>
          <a:xfrm>
            <a:off x="508000" y="2413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prst="convex"/>
          </a:sp3d>
        </p:spPr>
      </p:sp>
      <p:sp>
        <p:nvSpPr>
          <p:cNvPr id="107" name="slope"/>
          <p:cNvSpPr/>
          <p:nvPr/>
        </p:nvSpPr>
        <p:spPr>
          <a:xfrm>
            <a:off x="2413000" y="2413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prst="slope"/>
          </a:sp3d>
        </p:spPr>
      </p:sp>
      <p:sp>
        <p:nvSpPr>
          <p:cNvPr id="108" name="divot"/>
          <p:cNvSpPr/>
          <p:nvPr/>
        </p:nvSpPr>
        <p:spPr>
          <a:xfrm>
            <a:off x="4318000" y="2413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prst="divot"/>
          </a:sp3d>
        </p:spPr>
      </p:sp>
      <p:sp>
        <p:nvSpPr>
          <p:cNvPr id="109" name="riblet"/>
          <p:cNvSpPr/>
          <p:nvPr/>
        </p:nvSpPr>
        <p:spPr>
          <a:xfrm>
            <a:off x="6223000" y="2413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prst="riblet"/>
          </a:sp3d>
        </p:spPr>
      </p:sp>
      <p:sp>
        <p:nvSpPr>
          <p:cNvPr id="110" name="hardEdge"/>
          <p:cNvSpPr/>
          <p:nvPr/>
        </p:nvSpPr>
        <p:spPr>
          <a:xfrm>
            <a:off x="8128000" y="2413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prst="hardEdge"/>
          </a:sp3d>
        </p:spPr>
      </p:sp>
      <p:sp>
        <p:nvSpPr>
          <p:cNvPr id="111" name="artDeco"/>
          <p:cNvSpPr/>
          <p:nvPr/>
        </p:nvSpPr>
        <p:spPr>
          <a:xfrm>
            <a:off x="10033000" y="2413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prst="artDeco"/>
          </a:sp3d>
        </p:spPr>
      </p:sp>
      <p:sp>
        <p:nvSpPr>
          <p:cNvPr id="120" name="circle wide"/>
          <p:cNvSpPr/>
          <p:nvPr/>
        </p:nvSpPr>
        <p:spPr>
          <a:xfrm>
            <a:off x="508000" y="4572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w="228600"/>
          </a:sp3d>
        </p:spPr>
      </p:sp>
      <p:sp>
        <p:nvSpPr>
          <p:cNvPr id="121" name="circle deep"/>
          <p:cNvSpPr/>
          <p:nvPr/>
        </p:nvSpPr>
        <p:spPr>
          <a:xfrm>
            <a:off x="2413000" y="4572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 h="228600"/>
          </a:sp3d>
        </p:spPr>
      </p:sp>
      <p:sp>
        <p:nvSpPr>
          <p:cNvPr id="122" name="top and bottom"/>
          <p:cNvSpPr/>
          <p:nvPr/>
        </p:nvSpPr>
        <p:spPr>
          <a:xfrm>
            <a:off x="4318000" y="4572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orthographicFront"/>
            <a:lightRig rig="threePt" dir="t"/>
          </a:scene3d>
          <a:sp3d>
            <a:bevelT/>
            <a:bevelB/>
          </a:sp3d>
        </p:spPr>
      </p:sp>
      <p:sp>
        <p:nvSpPr>
          <p:cNvPr id="123" name="perspective camera"/>
          <p:cNvSpPr/>
          <p:nvPr/>
        </p:nvSpPr>
        <p:spPr>
          <a:xfrm>
            <a:off x="6223000" y="4572000"/>
            <a:ext cx="1397000" cy="1397000"/>
          </a:xfrm>
          <a:prstGeom prst="rect">
            <a:avLst/>
          </a:prstGeom>
          <a:solidFill>
            <a:srgbClr val="4472C4"/>
          </a:solidFill>
          <a:ln>
            <a:noFill/>
          </a:ln>
          <a:scene3d>
            <a:camera prst="perspectiveRelaxed"/>
            <a:lightRig rig="threePt" dir="t"/>
          </a:scene3d>
          <a:sp3d>
            <a:bevelT/>
          </a:sp3d>
        </p:spPr>
      </p:sp>
    </p:spTree>
    <p:extLst>
      <p:ext uri="{BB962C8B-B14F-4D97-AF65-F5344CB8AC3E}">
        <p14:creationId xmlns:p14="http://schemas.microsoft.com/office/powerpoint/2010/main" val="1408061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erspective upper left"/>
          <p:cNvSpPr/>
          <p:nvPr/>
        </p:nvSpPr>
        <p:spPr>
          <a:xfrm>
            <a:off x="762000" y="889000"/>
            <a:ext cx="1524000" cy="15240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76200" sy="23000" kx="-1200000" algn="br" rotWithShape="0">
              <a:srgbClr val="000000">
                <a:alpha val="50000"/>
              </a:srgbClr>
            </a:outerShdw>
          </a:effectLst>
        </p:spPr>
      </p:sp>
      <p:sp>
        <p:nvSpPr>
          <p:cNvPr id="101" name="perspective upper right"/>
          <p:cNvSpPr/>
          <p:nvPr/>
        </p:nvSpPr>
        <p:spPr>
          <a:xfrm>
            <a:off x="3048000" y="889000"/>
            <a:ext cx="1524000" cy="15240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76200" sy="23000" kx="12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2" name="perspective below"/>
          <p:cNvSpPr/>
          <p:nvPr/>
        </p:nvSpPr>
        <p:spPr>
          <a:xfrm>
            <a:off x="5334000" y="889000"/>
            <a:ext cx="1524000" cy="15240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152400" dist="152400" dir="5400000" sx="90000" sy="-19000" algn="bl" rotWithShape="0">
              <a:srgbClr val="000000">
                <a:alpha val="50000"/>
              </a:srgbClr>
            </a:outerShdw>
          </a:effectLst>
        </p:spPr>
      </p:sp>
      <p:sp>
        <p:nvSpPr>
          <p:cNvPr id="103" name="perspective lower left"/>
          <p:cNvSpPr/>
          <p:nvPr/>
        </p:nvSpPr>
        <p:spPr>
          <a:xfrm>
            <a:off x="7620000" y="889000"/>
            <a:ext cx="1524000" cy="15240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76200" sy="-23000" kx="1200000" algn="tr" rotWithShape="0">
              <a:srgbClr val="000000">
                <a:alpha val="50000"/>
              </a:srgbClr>
            </a:outerShdw>
          </a:effectLst>
        </p:spPr>
      </p:sp>
      <p:sp>
        <p:nvSpPr>
          <p:cNvPr id="104" name="plain offset"/>
          <p:cNvSpPr/>
          <p:nvPr/>
        </p:nvSpPr>
        <p:spPr>
          <a:xfrm>
            <a:off x="9906000" y="889000"/>
            <a:ext cx="1524000" cy="15240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outerShdw blurRad="101600" dist="101600" dir="2700000" algn="tl" rotWithShape="0">
              <a:srgbClr val="000000">
                <a:alpha val="50000"/>
              </a:srgbClr>
            </a:outerShdw>
          </a:effectLst>
        </p:spPr>
      </p:sp>
      <p:sp>
        <p:nvSpPr>
          <p:cNvPr id="105" name="glow small"/>
          <p:cNvSpPr/>
          <p:nvPr/>
        </p:nvSpPr>
        <p:spPr>
          <a:xfrm>
            <a:off x="762000" y="3810000"/>
            <a:ext cx="1524000" cy="15240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glow rad="63500">
              <a:srgbClr val="FFC000">
                <a:alpha val="60000"/>
              </a:srgbClr>
            </a:glow>
          </a:effectLst>
        </p:spPr>
      </p:sp>
      <p:sp>
        <p:nvSpPr>
          <p:cNvPr id="106" name="glow large"/>
          <p:cNvSpPr/>
          <p:nvPr/>
        </p:nvSpPr>
        <p:spPr>
          <a:xfrm>
            <a:off x="3048000" y="3810000"/>
            <a:ext cx="1524000" cy="15240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glow rad="228600">
              <a:srgbClr val="70AD47">
                <a:alpha val="40000"/>
              </a:srgbClr>
            </a:glow>
          </a:effectLst>
        </p:spPr>
      </p:sp>
      <p:sp>
        <p:nvSpPr>
          <p:cNvPr id="107" name="soft edge small"/>
          <p:cNvSpPr/>
          <p:nvPr/>
        </p:nvSpPr>
        <p:spPr>
          <a:xfrm>
            <a:off x="5334000" y="3810000"/>
            <a:ext cx="1524000" cy="15240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softEdge rad="63500"/>
          </a:effectLst>
        </p:spPr>
      </p:sp>
      <p:sp>
        <p:nvSpPr>
          <p:cNvPr id="108" name="soft edge large"/>
          <p:cNvSpPr/>
          <p:nvPr/>
        </p:nvSpPr>
        <p:spPr>
          <a:xfrm>
            <a:off x="7620000" y="3810000"/>
            <a:ext cx="1524000" cy="15240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softEdge rad="317500"/>
          </a:effectLst>
        </p:spPr>
      </p:sp>
      <p:sp>
        <p:nvSpPr>
          <p:cNvPr id="109" name="inner shadow"/>
          <p:cNvSpPr/>
          <p:nvPr/>
        </p:nvSpPr>
        <p:spPr>
          <a:xfrm>
            <a:off x="9906000" y="3810000"/>
            <a:ext cx="1524000" cy="1524000"/>
          </a:xfrm>
          <a:prstGeom prst="rect">
            <a:avLst/>
          </a:prstGeom>
          <a:solidFill>
            <a:srgbClr val="4472C4"/>
          </a:solidFill>
          <a:ln>
            <a:noFill/>
          </a:ln>
          <a:effectLst>
            <a:innerShdw blurRad="114300" dist="38100" dir="2700000">
              <a:srgbClr val="000000">
                <a:alpha val="60000"/>
              </a:srgbClr>
            </a:innerShdw>
          </a:effectLst>
        </p:spPr>
      </p:sp>
    </p:spTree>
    <p:extLst>
      <p:ext uri="{BB962C8B-B14F-4D97-AF65-F5344CB8AC3E}">
        <p14:creationId xmlns:p14="http://schemas.microsoft.com/office/powerpoint/2010/main" val="590812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Dietmar Rietsch</dc:creator>
  <cp:lastModifiedBy>Dietmar Rietsch</cp:lastModifiedBy>
  <cp:revision>1</cp:revision>
  <dcterms:created xsi:type="dcterms:W3CDTF">2026-10-30T10:47:17Z</dcterms:created>
  <dcterms:modified xsi:type="dcterms:W3CDTF">2026-10-30T10:47:18Z</dcterms:modified>
</cp:coreProperties>
</file>