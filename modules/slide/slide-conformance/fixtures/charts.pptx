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79-BF4A-840B-2EE2ABF3DE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79-BF4A-840B-2EE2ABF3DE9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79-BF4A-840B-2EE2ABF3DE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0"/>
        <c:axId val="200"/>
      </c:barChart>
      <c:catAx>
        <c:axId val="100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cross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595-654E-A062-05723B8812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595-654E-A062-05723B8812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595-654E-A062-05723B8812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"/>
        <c:axId val="200"/>
      </c:lineChart>
      <c:catAx>
        <c:axId val="100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cross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DD-5844-817F-76B7E138D0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</c:v>
                </c:pt>
              </c:strCache>
            </c:strRef>
          </c:tx>
          <c:marker>
            <c:symbol val="circle"/>
            <c:size val="5"/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3.9</c:v>
                </c:pt>
                <c:pt idx="2">
                  <c:v>6.2</c:v>
                </c:pt>
                <c:pt idx="3">
                  <c:v>7.8</c:v>
                </c:pt>
                <c:pt idx="4">
                  <c:v>10.1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7BE-054F-9176-CF9586FC42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"/>
        <c:axId val="200"/>
      </c:scatterChart>
      <c:valAx>
        <c:axId val="100"/>
        <c:scaling>
          <c:orientation val="minMax"/>
        </c:scaling>
        <c:delete val="0"/>
        <c:axPos val="b"/>
        <c:numFmt formatCode="General" sourceLinked="1"/>
        <c:majorTickMark val="cross"/>
        <c:minorTickMark val="cross"/>
        <c:tickLblPos val="nextTo"/>
        <c:crossAx val="200"/>
        <c:crosses val="autoZero"/>
        <c:crossBetween val="midCat"/>
      </c:val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cross"/>
        <c:tickLblPos val="nextTo"/>
        <c:crossAx val="100"/>
        <c:crosses val="autoZero"/>
        <c:crossBetween val="midCat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0"/>
  <c:style val="2"/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4F-C549-8322-DEC8F7A9A0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4F-C549-8322-DEC8F7A9A0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0"/>
        <c:axId val="200"/>
      </c:barChart>
      <c:catAx>
        <c:axId val="100"/>
        <c:scaling>
          <c:orientation val="minMax"/>
        </c:scaling>
        <c:delete val="0"/>
        <c:axPos val="b"/>
        <c:numFmt formatCode="General" sourceLinked="0"/>
        <c:majorTickMark val="cross"/>
        <c:minorTickMark val="cross"/>
        <c:tickLblPos val="nextTo"/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cross"/>
        <c:tickLblPos val="nextTo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B90947-C668-7A85-2023-978D9CE20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04FC661-DA41-D143-6FDF-5680C4EAC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1DE7A0-24D6-E05A-DC11-F193CADA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4AFF9A-8538-8A99-8D58-7E63E59F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810093-41E3-278B-B3F2-1560E756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896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08D946-31A7-CAEC-3BEC-C1CFC8E0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7DD705-BF5C-3089-6B0C-26DF47AD0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D94693-3423-F918-1CF6-D25AE848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0F6792-5D7F-73C9-7B67-01407AE59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6D4EE6-53F9-0EAD-B1A2-C9B7C5B5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7904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B38812-1AD6-D148-6316-FE07ADDF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46C7C9-C8A1-892B-0583-40B243889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F815BE-272B-81E9-6B8E-DBBC47FB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4735D4-A385-9863-5198-75BA172E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7F967F-3B09-508B-8070-F5960E8E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134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A53F5-D819-3F0C-56E9-7F52DD61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B716FD-2749-319F-9B87-109324994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C41ECD-2D7D-DC62-C551-FED90ABBB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85BAFA-3FC6-E8FE-758E-D82EBE5F4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20A226-2405-C619-D19A-B3272E628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EC8E00-4E31-00CE-ED33-0AF13771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4644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E6254-3C02-9A6E-4E1B-C26AF0875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DF4CF1-0760-AAB4-8A76-B979EAD39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299DE2-73AA-5FAD-C82A-15DA47760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2178842-3F10-E7FA-167C-9BD127E1A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085035-EB1B-5B91-0374-BDEAADAD4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5D2DA67-EFC5-2127-E9DF-62C52BD9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1C247C-B69F-9A08-75F8-7CFD8C02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F043ADD-9A4B-A657-BEF8-1ECBE39E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23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2B982B-035F-4E0C-F27B-E03A35698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B283D07-5C27-6163-302C-2A4ADD65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81E73D-B31F-F618-D601-96EEF513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9BF338-6B82-7A78-3EEF-D0111DA2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009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D16D3D7-FB44-E7F0-0254-D7EA77A4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F8DF56-75F6-8DE8-35B6-CD3F2336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125505-43CD-23FA-C940-3DD53DA3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090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15C7C4-3B53-E0A1-6CFF-ED7A4364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CF66F2-B7E1-2CC8-B43D-ECB5727E9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B28C10-96DF-14B4-2E8D-66E44357A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397591-C388-6840-3A66-8852388A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3180E7-A5A2-882C-FE04-6B9295C80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7216FD-DF6D-A3A4-0E61-8CF1D7D39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665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EED44-A126-2BF6-F25A-5343ECD0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98C6954-4E53-D6FB-35E7-A300A767FCF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C41D16-2237-D92E-1AEB-6CD28E46C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2C03B4-0422-9855-7862-1F5CFA0D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C80EC8-1E67-AE23-D03F-1ECEA2314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5CEC4F-B175-03BC-6A58-7D945657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275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06FB26-E16D-E022-A85D-C7A7FC12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1932E6A-2833-E21F-5D95-15E2D7D11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17EF63-808D-F9EF-5B9B-3B1363B6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25EF36-7044-E291-C117-D9454F21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4EEE28-FBE9-4D7E-E9B7-9FEDD919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7822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564D18F-6ED0-A803-8FFF-B4C3DA425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773122-BEC3-6306-DFCB-28DC14445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9D9D62-FE1D-3386-1784-4120BE54A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AB527C-D69B-8D64-575E-AB8B3A80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AAA56A-3465-845A-B1DC-E216D0CF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10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E998177-89A1-073F-2F5C-C25054A3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AC945A-068B-2913-9720-441D1F8DB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02BB82-BF32-0B4B-71B1-B4EA7AD16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BFAB0-704D-9542-A4C7-2D99B32AF699}" type="datetimeFigureOut">
              <a:rPr lang="de-DE" smtClean="0"/>
              <a:t>25.10.26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4068FE-3A7D-9DFB-13C0-8DF286E46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F8AC8F-A7D8-A547-CD74-025C01AB0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3E488-2709-D94F-A98F-DA5AACC294D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27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"/>
          <p:cNvGraphicFramePr/>
          <p:nvPr/>
        </p:nvGraphicFramePr>
        <p:xfrm>
          <a:off x="1016000" y="762000"/>
          <a:ext cx="7112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9208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2"/>
          <p:cNvGraphicFramePr/>
          <p:nvPr/>
        </p:nvGraphicFramePr>
        <p:xfrm>
          <a:off x="1016000" y="762000"/>
          <a:ext cx="7112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69775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3"/>
          <p:cNvGraphicFramePr/>
          <p:nvPr/>
        </p:nvGraphicFramePr>
        <p:xfrm>
          <a:off x="1016000" y="762000"/>
          <a:ext cx="7112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645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hart 4"/>
          <p:cNvGraphicFramePr/>
          <p:nvPr/>
        </p:nvGraphicFramePr>
        <p:xfrm>
          <a:off x="1016000" y="762000"/>
          <a:ext cx="7112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62949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5"/>
          <p:cNvGraphicFramePr/>
          <p:nvPr/>
        </p:nvGraphicFramePr>
        <p:xfrm>
          <a:off x="1016000" y="762000"/>
          <a:ext cx="7112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3055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2026-10-25T09:53:06Z</dcterms:created>
  <dcterms:modified xsi:type="dcterms:W3CDTF">2026-10-25T09:53:14Z</dcterms:modified>
</cp:coreProperties>
</file>